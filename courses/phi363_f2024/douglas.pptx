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70" r:id="rId3"/>
    <p:sldId id="257" r:id="rId4"/>
    <p:sldId id="272" r:id="rId5"/>
    <p:sldId id="258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8"/>
    <p:restoredTop sz="94626"/>
  </p:normalViewPr>
  <p:slideViewPr>
    <p:cSldViewPr snapToGrid="0">
      <p:cViewPr varScale="1">
        <p:scale>
          <a:sx n="126" d="100"/>
          <a:sy n="126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EE494E-6BF1-E64B-B35F-C20035CB1D60}" type="datetimeFigureOut">
              <a:rPr lang="en-US" smtClean="0"/>
              <a:t>9/22/24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7488E-EA45-2241-8B4B-5EE09CE9D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30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E7255-EFB3-7D85-34EA-4230D4377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24860C-67C0-73C2-D711-306AD5E0A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75784-8C3F-FE65-CD0F-487CD5942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51C8E-9785-F347-B74F-F2719A16DE8A}" type="datetime1">
              <a:rPr lang="en-US" smtClean="0"/>
              <a:t>9/22/24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F8034-14DC-B4DF-258D-BD0F3CF76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66A34-2E6B-97FF-D1B1-46A7FE4F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62FD-A782-A74B-8E93-BC23C07F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4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6EFF2-F82D-C841-B372-D69D55122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B792F-B901-1064-CB2F-DC703F72A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B55D6-892C-D87C-5908-7AAD02C32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F1CCE-9E53-194C-9B23-5D10CFE4BFC3}" type="datetime1">
              <a:rPr lang="en-US" smtClean="0"/>
              <a:t>9/22/24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C64A1-60BF-7AEC-5E77-B8203F08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DC2A8-7993-6565-0B49-43E282F20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62FD-A782-A74B-8E93-BC23C07F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83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B16D4-4460-1324-A9D7-745846824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4549D-754B-205A-7CF1-4FFE792F0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BDEAB-1860-5AEF-E9CA-407087D7D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9531-D893-7340-B112-1CEDAE7E9137}" type="datetime1">
              <a:rPr lang="en-US" smtClean="0"/>
              <a:t>9/22/24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9B54A-4DFD-4021-2CF3-ECC5AB686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DBD6E-32B8-A32B-CB8F-48A838557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62FD-A782-A74B-8E93-BC23C07F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1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BB7E-2F1E-4C78-9173-D8F897572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DD25E-EFF8-AF58-9627-0F2CC5185D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FF905-F8F0-9664-1347-B992DA658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C96B6-7D55-A1E1-A7BD-AEC526FF0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E08D2-8BB8-444F-8650-A5B24CDA2F33}" type="datetime1">
              <a:rPr lang="en-US" smtClean="0"/>
              <a:t>9/22/24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80ADD-FDD3-B57A-C9BA-84D86E3DC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58EB7-AB79-9079-80CB-DDCCCAE60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62FD-A782-A74B-8E93-BC23C07F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09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4A938-C7FC-7A90-4EE9-48694D777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1C5F4-E419-0D9E-B5B5-C260A01D5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31BB78-D78E-2FC2-3F7E-45930ABF1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09DD8D-6206-6C90-4543-389F09142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DB34CE-C721-1659-051B-71EDB8938D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A0AE46-C587-7D52-150A-AE434C0AD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D523-07F9-484B-B126-13C143F64DA7}" type="datetime1">
              <a:rPr lang="en-US" smtClean="0"/>
              <a:t>9/22/24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58877B-5BE1-1FDA-C5BC-079135FD8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55DE9-C9A2-0C4B-CF22-DDD7ECA63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62FD-A782-A74B-8E93-BC23C07F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3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3AFC3-AEC1-155E-8178-E1EFDD69D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E5CF4E-71E7-FC4A-5DCA-2029A6E86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7E612-5E79-C54F-A39F-7884353B0642}" type="datetime1">
              <a:rPr lang="en-US" smtClean="0"/>
              <a:t>9/22/24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FD3B7A-D2A3-3422-9066-F2FFAD9C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2EFEA-ABDD-14CE-4E45-A784F2AF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62FD-A782-A74B-8E93-BC23C07F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3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5FD705-A905-08F2-BC43-F04DA63BF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E7E95-EDBF-7349-A1A2-6E9A042FFD3D}" type="datetime1">
              <a:rPr lang="en-US" smtClean="0"/>
              <a:t>9/22/24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6EFFDA-AC56-09FD-3438-3DB9AF535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1BA77-10DB-F1E0-B177-4E64667E9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62FD-A782-A74B-8E93-BC23C07F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9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B54BE-CCF0-269A-DDBE-DD2EA3EDA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12499-376D-8423-635F-5AC873CF4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C0378C-30FF-702F-AC62-F32FF9887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D1C27-DFAA-58FA-2B5D-4AC9CF49C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51233-70B8-9546-A050-95D769636C5F}" type="datetime1">
              <a:rPr lang="en-US" smtClean="0"/>
              <a:t>9/22/24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F9632-B815-79D7-57B1-2094F7D0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983FD-B2A7-C5D3-07B9-2CCEEB7F2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62FD-A782-A74B-8E93-BC23C07F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F88D2-7E9A-56EE-CA54-73A3E41BE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7BDE0C-B01C-E011-65D2-0D0D490BBD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2E31C-A1D1-E2B8-A1C9-24045182D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B4603-D644-5D00-85BC-4626E1C2C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E1D28-55F2-104D-A57A-3B4E69D1D748}" type="datetime1">
              <a:rPr lang="en-US" smtClean="0"/>
              <a:t>9/22/24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2A07F-0372-7E4A-8952-E34EF5C41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038D0-3899-5E96-90C8-B487BEE47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62FD-A782-A74B-8E93-BC23C07F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0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97512-C6BF-22F4-11D8-312364F33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A97296-9FAA-E3F6-5D8E-5058DA523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2416D-5458-F86F-B85D-F543BBC75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6589-E7E3-2049-90F7-7DAB1BAEDAE8}" type="datetime1">
              <a:rPr lang="en-US" smtClean="0"/>
              <a:t>9/22/24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B1056-4C83-43A1-BF34-4C7CAF8E1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CBCF2-9AE7-6E90-4C84-9838F7CE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62FD-A782-A74B-8E93-BC23C07F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31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ED06DC-6EDB-1C1A-D975-E62FA8A147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50530E-9713-4AF7-F7D7-BDE7692A1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EB6B9-145B-C587-C33A-F1CC71730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CBD7-84E3-0F44-ACC3-09124D34C6B8}" type="datetime1">
              <a:rPr lang="en-US" smtClean="0"/>
              <a:t>9/22/24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CEB44-8EE2-C644-D58E-101BC908B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EFFCD-C337-F69E-BD86-5FAD65B4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62FD-A782-A74B-8E93-BC23C07F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52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DC9BF9-F9A4-210A-9ADA-30C486ACF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DF36D-E028-1CF1-A888-99BC54859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4E058-1951-B093-61B1-0BD035E92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1D8E8C-C664-924C-8B59-4CA87D9E0072}" type="datetime1">
              <a:rPr lang="en-US" smtClean="0"/>
              <a:t>9/22/24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03F89-2397-2F92-44F5-6E8FC5828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74694-03E5-C240-3814-315237021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462FD-A782-A74B-8E93-BC23C07F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85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48B49-5721-D115-D443-6D9DA44DB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274826"/>
          </a:xfrm>
        </p:spPr>
        <p:txBody>
          <a:bodyPr>
            <a:normAutofit/>
          </a:bodyPr>
          <a:lstStyle/>
          <a:p>
            <a:r>
              <a:rPr lang="en-US" dirty="0"/>
              <a:t>“The irreducible complexity of objectivity”</a:t>
            </a:r>
            <a:br>
              <a:rPr lang="en-US" dirty="0"/>
            </a:br>
            <a:r>
              <a:rPr lang="en-US" sz="5400" dirty="0"/>
              <a:t>Heather Douglas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A2DB13-04DB-D59B-DDC1-0687BC151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7188"/>
            <a:ext cx="9144000" cy="1156447"/>
          </a:xfrm>
        </p:spPr>
        <p:txBody>
          <a:bodyPr/>
          <a:lstStyle/>
          <a:p>
            <a:r>
              <a:rPr lang="en-US" dirty="0"/>
              <a:t>Sept 23, 2024</a:t>
            </a:r>
          </a:p>
        </p:txBody>
      </p:sp>
    </p:spTree>
    <p:extLst>
      <p:ext uri="{BB962C8B-B14F-4D97-AF65-F5344CB8AC3E}">
        <p14:creationId xmlns:p14="http://schemas.microsoft.com/office/powerpoint/2010/main" val="1405554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241A0-9A0A-26DA-0037-54279E86F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 reconstruction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E23C8-1E87-E5F2-8B7D-A8A52E5A7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Douglas’ argument for the claim that procedural objectivity</a:t>
            </a:r>
            <a:r>
              <a:rPr lang="en-US" baseline="-25000" dirty="0"/>
              <a:t>3</a:t>
            </a:r>
            <a:r>
              <a:rPr lang="en-US" dirty="0"/>
              <a:t> does </a:t>
            </a:r>
            <a:r>
              <a:rPr lang="en-US" u="sng" dirty="0"/>
              <a:t>not</a:t>
            </a:r>
            <a:r>
              <a:rPr lang="en-US" dirty="0"/>
              <a:t> entail value-free objectivity</a:t>
            </a:r>
            <a:r>
              <a:rPr lang="en-US" baseline="-25000" dirty="0"/>
              <a:t>2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In your reconstruction, you should clearly state the definitions of procedural objectivity</a:t>
            </a:r>
            <a:r>
              <a:rPr lang="en-US" baseline="-25000" dirty="0"/>
              <a:t>3</a:t>
            </a:r>
            <a:r>
              <a:rPr lang="en-US" dirty="0"/>
              <a:t> and value-free objectivity</a:t>
            </a:r>
            <a:r>
              <a:rPr lang="en-US" baseline="-25000" dirty="0"/>
              <a:t>2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3E5D1-E620-D444-15AD-36FB4C820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62FD-A782-A74B-8E93-BC23C07FF24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053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B735F-4538-61A0-CF73-18FB43E3C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Methodological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F9DBC-32D9-8C4A-1E77-F6FCC7706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small groups: compare the methodology of Douglas (on objectivity) to McGrath and Kelly (on bias).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If Douglas had followed the example of McGrath and Kelly, how might she have set up this paper? </a:t>
            </a:r>
          </a:p>
          <a:p>
            <a:endParaRPr lang="en-US" dirty="0"/>
          </a:p>
          <a:p>
            <a:pPr lvl="1"/>
            <a:r>
              <a:rPr lang="en-US" dirty="0"/>
              <a:t>What are some advantages and disadvantages of each method?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EA2E4-7FF8-6BD0-5482-1E5B73C6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62FD-A782-A74B-8E93-BC23C07FF24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42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3D6D0-D093-C4FE-4153-5CBE5C25B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say that something is objective?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D36CB-5638-3DF7-957E-FEB16D3E5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Descriptive concept: “x is red”</a:t>
            </a:r>
          </a:p>
          <a:p>
            <a:r>
              <a:rPr lang="en-US" dirty="0"/>
              <a:t>Thin normative concept: “x is bad”</a:t>
            </a:r>
          </a:p>
          <a:p>
            <a:r>
              <a:rPr lang="en-US" dirty="0"/>
              <a:t>Thick normative concept: “x is murder”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Thick normative concepts bundle a description together with a normative component.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91366-8CD8-8136-FDB8-9CFF81BE0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62FD-A782-A74B-8E93-BC23C07FF24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09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A7914-8709-A0C9-8652-34A41A809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say that something is objective?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20472-C655-E95C-DBCC-0AAA28485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Douglas think is the common normative (i.e., action-guiding) component of all the different senses of objectivity?</a:t>
            </a:r>
          </a:p>
          <a:p>
            <a:endParaRPr lang="en-US" dirty="0"/>
          </a:p>
          <a:p>
            <a:r>
              <a:rPr lang="en-US" dirty="0"/>
              <a:t>Why doesn’t she want to equate objectivity with this common normative component? In other words, why doesn’t she say: “something is objective just in case one ought to … or is permitted to … or has reason to … 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967C-3964-7B70-DF14-AA8808E70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62FD-A782-A74B-8E93-BC23C07FF24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40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A476B-57B4-5015-D971-5FF56EAF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AA563-AC6F-CA5B-2AD2-F0352E078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you think of some other aspects of objectivity that Douglas might have neglected?</a:t>
            </a:r>
          </a:p>
          <a:p>
            <a:pPr lvl="1"/>
            <a:r>
              <a:rPr lang="en-US" dirty="0"/>
              <a:t>Objectivity is often related to the </a:t>
            </a:r>
            <a:r>
              <a:rPr lang="en-US" b="1" i="1" dirty="0"/>
              <a:t>impersonal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Objectivity if often related to the </a:t>
            </a:r>
            <a:r>
              <a:rPr lang="en-US" b="1" i="1" dirty="0"/>
              <a:t>generic</a:t>
            </a:r>
            <a:r>
              <a:rPr lang="en-US" dirty="0"/>
              <a:t> or </a:t>
            </a:r>
            <a:r>
              <a:rPr lang="en-US" b="1" i="1" dirty="0"/>
              <a:t>universal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Objectivity is often related to </a:t>
            </a:r>
            <a:r>
              <a:rPr lang="en-US" b="1" i="1" dirty="0"/>
              <a:t>invariance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Objectivity is often contrasted to anything relating to a specific perspective.</a:t>
            </a:r>
          </a:p>
          <a:p>
            <a:pPr lvl="2"/>
            <a:r>
              <a:rPr lang="en-US" dirty="0"/>
              <a:t>Perspective-free</a:t>
            </a:r>
          </a:p>
          <a:p>
            <a:pPr lvl="2"/>
            <a:r>
              <a:rPr lang="en-US" dirty="0"/>
              <a:t>Incorporating all perspectives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9B046-0870-ED41-A717-8F98F8BA7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62FD-A782-A74B-8E93-BC23C07FF24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62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5622</TotalTime>
  <Words>284</Words>
  <Application>Microsoft Macintosh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“The irreducible complexity of objectivity” Heather Douglas</vt:lpstr>
      <vt:lpstr>Argument reconstruction</vt:lpstr>
      <vt:lpstr>Methodological comparison</vt:lpstr>
      <vt:lpstr>Why say that something is objective?</vt:lpstr>
      <vt:lpstr>Why say that something is objective?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Hans P. Halvorson</dc:creator>
  <cp:lastModifiedBy>Hans P. Halvorson</cp:lastModifiedBy>
  <cp:revision>6</cp:revision>
  <dcterms:created xsi:type="dcterms:W3CDTF">2024-09-20T19:46:58Z</dcterms:created>
  <dcterms:modified xsi:type="dcterms:W3CDTF">2024-09-26T16:41:38Z</dcterms:modified>
</cp:coreProperties>
</file>