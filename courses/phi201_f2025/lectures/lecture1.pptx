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319" r:id="rId3"/>
    <p:sldId id="318" r:id="rId4"/>
    <p:sldId id="257" r:id="rId5"/>
    <p:sldId id="260" r:id="rId6"/>
    <p:sldId id="261" r:id="rId7"/>
    <p:sldId id="258" r:id="rId8"/>
    <p:sldId id="262" r:id="rId9"/>
    <p:sldId id="259" r:id="rId10"/>
    <p:sldId id="30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7" r:id="rId47"/>
    <p:sldId id="308" r:id="rId48"/>
    <p:sldId id="309" r:id="rId49"/>
    <p:sldId id="301" r:id="rId50"/>
    <p:sldId id="310" r:id="rId51"/>
    <p:sldId id="311" r:id="rId52"/>
    <p:sldId id="312" r:id="rId53"/>
    <p:sldId id="303" r:id="rId54"/>
    <p:sldId id="313" r:id="rId55"/>
    <p:sldId id="304" r:id="rId56"/>
    <p:sldId id="314" r:id="rId57"/>
    <p:sldId id="302" r:id="rId58"/>
    <p:sldId id="315" r:id="rId59"/>
    <p:sldId id="316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C77C4171-CD4B-0E47-B168-2AE23194AE92}">
          <p14:sldIdLst/>
        </p14:section>
        <p14:section name="Introduction" id="{0E8F3D9C-CAB6-4743-9E67-278207F0F031}">
          <p14:sldIdLst>
            <p14:sldId id="256"/>
            <p14:sldId id="319"/>
          </p14:sldIdLst>
        </p14:section>
        <p14:section name="Course information" id="{7374E8CF-CAD0-5949-B84D-ACF0035330B3}">
          <p14:sldIdLst>
            <p14:sldId id="318"/>
            <p14:sldId id="257"/>
            <p14:sldId id="260"/>
            <p14:sldId id="261"/>
            <p14:sldId id="258"/>
            <p14:sldId id="262"/>
            <p14:sldId id="259"/>
          </p14:sldIdLst>
        </p14:section>
        <p14:section name="Why Symbolic Logic?" id="{F7EC0964-D8E2-B642-BFD0-9E057CD7798C}">
          <p14:sldIdLst>
            <p14:sldId id="305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Propositional Logic Symbolization" id="{C0869F13-ABF8-1142-A4BD-3AD8ECE1F7ED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Proofs" id="{4792684E-2031-B34F-BA45-35C8D6D06BA1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7"/>
            <p14:sldId id="308"/>
            <p14:sldId id="309"/>
            <p14:sldId id="301"/>
            <p14:sldId id="310"/>
            <p14:sldId id="311"/>
            <p14:sldId id="312"/>
            <p14:sldId id="303"/>
            <p14:sldId id="313"/>
            <p14:sldId id="304"/>
            <p14:sldId id="314"/>
            <p14:sldId id="302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43"/>
    <p:restoredTop sz="96197"/>
  </p:normalViewPr>
  <p:slideViewPr>
    <p:cSldViewPr snapToGrid="0" snapToObjects="1">
      <p:cViewPr varScale="1">
        <p:scale>
          <a:sx n="125" d="100"/>
          <a:sy n="125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82B1D7-B8D5-4DBF-90E9-5AC64CC7DD70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707062D-824B-4747-8389-3FA72488FDD0}">
      <dgm:prSet/>
      <dgm:spPr/>
      <dgm:t>
        <a:bodyPr/>
        <a:lstStyle/>
        <a:p>
          <a:r>
            <a:rPr lang="en-US" dirty="0"/>
            <a:t>Hans Halvorson</a:t>
          </a:r>
        </a:p>
      </dgm:t>
    </dgm:pt>
    <dgm:pt modelId="{4DC04058-EEB8-40C3-8549-8597B1A6DCAC}" type="parTrans" cxnId="{058B4130-E9FF-4154-8EAC-273BD25915C5}">
      <dgm:prSet/>
      <dgm:spPr/>
      <dgm:t>
        <a:bodyPr/>
        <a:lstStyle/>
        <a:p>
          <a:endParaRPr lang="en-US"/>
        </a:p>
      </dgm:t>
    </dgm:pt>
    <dgm:pt modelId="{4EBA9159-2EFD-4FAB-B71D-3B02BD2CB627}" type="sibTrans" cxnId="{058B4130-E9FF-4154-8EAC-273BD25915C5}">
      <dgm:prSet/>
      <dgm:spPr/>
      <dgm:t>
        <a:bodyPr/>
        <a:lstStyle/>
        <a:p>
          <a:endParaRPr lang="en-US"/>
        </a:p>
      </dgm:t>
    </dgm:pt>
    <dgm:pt modelId="{997A06AF-F336-4B44-81B4-175F8D70EB5A}">
      <dgm:prSet/>
      <dgm:spPr/>
      <dgm:t>
        <a:bodyPr/>
        <a:lstStyle/>
        <a:p>
          <a:r>
            <a:rPr lang="en-US" dirty="0" err="1"/>
            <a:t>Quanzhi</a:t>
          </a:r>
          <a:r>
            <a:rPr lang="en-US" dirty="0"/>
            <a:t> Liang</a:t>
          </a:r>
        </a:p>
      </dgm:t>
    </dgm:pt>
    <dgm:pt modelId="{3D34072A-591E-104D-BBD4-1BF4A5157B42}" type="parTrans" cxnId="{CCD7DA8B-2A86-144D-8EAA-276C8B5D8C42}">
      <dgm:prSet/>
      <dgm:spPr/>
      <dgm:t>
        <a:bodyPr/>
        <a:lstStyle/>
        <a:p>
          <a:endParaRPr lang="en-US"/>
        </a:p>
      </dgm:t>
    </dgm:pt>
    <dgm:pt modelId="{1C957D14-0AA4-8149-AAA1-3077E0F6FFEE}" type="sibTrans" cxnId="{CCD7DA8B-2A86-144D-8EAA-276C8B5D8C42}">
      <dgm:prSet/>
      <dgm:spPr/>
      <dgm:t>
        <a:bodyPr/>
        <a:lstStyle/>
        <a:p>
          <a:endParaRPr lang="en-US"/>
        </a:p>
      </dgm:t>
    </dgm:pt>
    <dgm:pt modelId="{51E0E7CA-0793-6042-B02B-4E8C00B07FC1}">
      <dgm:prSet/>
      <dgm:spPr/>
      <dgm:t>
        <a:bodyPr/>
        <a:lstStyle/>
        <a:p>
          <a:r>
            <a:rPr lang="en-US" dirty="0"/>
            <a:t>Ludovica Medaglia</a:t>
          </a:r>
        </a:p>
      </dgm:t>
    </dgm:pt>
    <dgm:pt modelId="{E3675A96-5626-544A-9978-F3036C1C6AAF}" type="parTrans" cxnId="{1A3021AB-080C-6C4B-91A7-875653401C80}">
      <dgm:prSet/>
      <dgm:spPr/>
      <dgm:t>
        <a:bodyPr/>
        <a:lstStyle/>
        <a:p>
          <a:endParaRPr lang="en-US"/>
        </a:p>
      </dgm:t>
    </dgm:pt>
    <dgm:pt modelId="{48376992-39E5-8A48-B0CA-E28100EF5C5A}" type="sibTrans" cxnId="{1A3021AB-080C-6C4B-91A7-875653401C80}">
      <dgm:prSet/>
      <dgm:spPr/>
      <dgm:t>
        <a:bodyPr/>
        <a:lstStyle/>
        <a:p>
          <a:endParaRPr lang="en-US"/>
        </a:p>
      </dgm:t>
    </dgm:pt>
    <dgm:pt modelId="{97C537DA-97B1-E14F-B9BE-F9C506D59403}">
      <dgm:prSet/>
      <dgm:spPr/>
      <dgm:t>
        <a:bodyPr/>
        <a:lstStyle/>
        <a:p>
          <a:r>
            <a:rPr lang="en-US" dirty="0"/>
            <a:t>Pacy Yan</a:t>
          </a:r>
        </a:p>
      </dgm:t>
    </dgm:pt>
    <dgm:pt modelId="{9C098659-5620-E14F-BCE3-170B01326BDC}" type="parTrans" cxnId="{A6F78684-6CCE-D044-A9DA-56AC2C470E17}">
      <dgm:prSet/>
      <dgm:spPr/>
      <dgm:t>
        <a:bodyPr/>
        <a:lstStyle/>
        <a:p>
          <a:endParaRPr lang="en-US"/>
        </a:p>
      </dgm:t>
    </dgm:pt>
    <dgm:pt modelId="{5CCF2412-876F-D949-9205-1130EFF10B23}" type="sibTrans" cxnId="{A6F78684-6CCE-D044-A9DA-56AC2C470E17}">
      <dgm:prSet/>
      <dgm:spPr/>
      <dgm:t>
        <a:bodyPr/>
        <a:lstStyle/>
        <a:p>
          <a:endParaRPr lang="en-US"/>
        </a:p>
      </dgm:t>
    </dgm:pt>
    <dgm:pt modelId="{E803F757-6E14-B14F-8085-D8B41D87C664}">
      <dgm:prSet/>
      <dgm:spPr/>
      <dgm:t>
        <a:bodyPr/>
        <a:lstStyle/>
        <a:p>
          <a:r>
            <a:rPr lang="en-US" dirty="0"/>
            <a:t>Chris Hughes</a:t>
          </a:r>
        </a:p>
      </dgm:t>
    </dgm:pt>
    <dgm:pt modelId="{1EC41536-63D3-0046-A702-DD136B55B307}" type="parTrans" cxnId="{214528E8-918B-C044-B400-D1475C267ACF}">
      <dgm:prSet/>
      <dgm:spPr/>
      <dgm:t>
        <a:bodyPr/>
        <a:lstStyle/>
        <a:p>
          <a:endParaRPr lang="en-US"/>
        </a:p>
      </dgm:t>
    </dgm:pt>
    <dgm:pt modelId="{A274CABC-7DB8-924B-9875-0C510706A1EE}" type="sibTrans" cxnId="{214528E8-918B-C044-B400-D1475C267ACF}">
      <dgm:prSet/>
      <dgm:spPr/>
      <dgm:t>
        <a:bodyPr/>
        <a:lstStyle/>
        <a:p>
          <a:endParaRPr lang="en-US"/>
        </a:p>
      </dgm:t>
    </dgm:pt>
    <dgm:pt modelId="{BAF2E9F4-AB77-6646-866D-50F1A7893D25}">
      <dgm:prSet/>
      <dgm:spPr/>
      <dgm:t>
        <a:bodyPr/>
        <a:lstStyle/>
        <a:p>
          <a:r>
            <a:rPr lang="en-US" dirty="0"/>
            <a:t>Jacob Khawaja</a:t>
          </a:r>
        </a:p>
      </dgm:t>
    </dgm:pt>
    <dgm:pt modelId="{F2962DAE-587E-8245-86CF-1209F30A9951}" type="parTrans" cxnId="{D1D17707-6269-6C46-99C2-C4BA98E4BD4E}">
      <dgm:prSet/>
      <dgm:spPr/>
      <dgm:t>
        <a:bodyPr/>
        <a:lstStyle/>
        <a:p>
          <a:endParaRPr lang="en-US"/>
        </a:p>
      </dgm:t>
    </dgm:pt>
    <dgm:pt modelId="{36F1EB2D-0B37-554B-BBBF-634AD51F2DDC}" type="sibTrans" cxnId="{D1D17707-6269-6C46-99C2-C4BA98E4BD4E}">
      <dgm:prSet/>
      <dgm:spPr/>
      <dgm:t>
        <a:bodyPr/>
        <a:lstStyle/>
        <a:p>
          <a:endParaRPr lang="en-US"/>
        </a:p>
      </dgm:t>
    </dgm:pt>
    <dgm:pt modelId="{D5BD6118-CA9E-DD4D-AFF9-A27DAC9A3618}">
      <dgm:prSet/>
      <dgm:spPr/>
      <dgm:t>
        <a:bodyPr/>
        <a:lstStyle/>
        <a:p>
          <a:r>
            <a:rPr lang="en-US" dirty="0" err="1"/>
            <a:t>Jaehyun</a:t>
          </a:r>
          <a:r>
            <a:rPr lang="en-US" dirty="0"/>
            <a:t> Hong</a:t>
          </a:r>
        </a:p>
      </dgm:t>
    </dgm:pt>
    <dgm:pt modelId="{FFEC109A-0B3C-8E40-A493-9E6E35BF2A2A}" type="parTrans" cxnId="{D25CFE0F-260F-6146-A083-00FF42423583}">
      <dgm:prSet/>
      <dgm:spPr/>
      <dgm:t>
        <a:bodyPr/>
        <a:lstStyle/>
        <a:p>
          <a:endParaRPr lang="en-US"/>
        </a:p>
      </dgm:t>
    </dgm:pt>
    <dgm:pt modelId="{3AAFCB0F-9A49-0A49-A279-37E53CC0272C}" type="sibTrans" cxnId="{D25CFE0F-260F-6146-A083-00FF42423583}">
      <dgm:prSet/>
      <dgm:spPr/>
      <dgm:t>
        <a:bodyPr/>
        <a:lstStyle/>
        <a:p>
          <a:endParaRPr lang="en-US"/>
        </a:p>
      </dgm:t>
    </dgm:pt>
    <dgm:pt modelId="{9127DD9F-9C20-A145-9944-630A691B1B25}">
      <dgm:prSet/>
      <dgm:spPr/>
      <dgm:t>
        <a:bodyPr/>
        <a:lstStyle/>
        <a:p>
          <a:r>
            <a:rPr lang="en-US" dirty="0" err="1"/>
            <a:t>Junyan</a:t>
          </a:r>
          <a:r>
            <a:rPr lang="en-US" dirty="0"/>
            <a:t> Jiang</a:t>
          </a:r>
        </a:p>
      </dgm:t>
    </dgm:pt>
    <dgm:pt modelId="{B8A80B8D-5E62-7D47-909A-9CA2FAFA1CD4}" type="parTrans" cxnId="{FAA7E60A-9DF2-0D41-8A5F-2EB92449F787}">
      <dgm:prSet/>
      <dgm:spPr/>
      <dgm:t>
        <a:bodyPr/>
        <a:lstStyle/>
        <a:p>
          <a:endParaRPr lang="en-US"/>
        </a:p>
      </dgm:t>
    </dgm:pt>
    <dgm:pt modelId="{DABA670F-7574-464F-A340-22E8BAC74A41}" type="sibTrans" cxnId="{FAA7E60A-9DF2-0D41-8A5F-2EB92449F787}">
      <dgm:prSet/>
      <dgm:spPr/>
      <dgm:t>
        <a:bodyPr/>
        <a:lstStyle/>
        <a:p>
          <a:endParaRPr lang="en-US"/>
        </a:p>
      </dgm:t>
    </dgm:pt>
    <dgm:pt modelId="{03D3EAEC-5F7C-DD4D-9533-62398E91AD91}" type="pres">
      <dgm:prSet presAssocID="{EF82B1D7-B8D5-4DBF-90E9-5AC64CC7DD70}" presName="vert0" presStyleCnt="0">
        <dgm:presLayoutVars>
          <dgm:dir/>
          <dgm:animOne val="branch"/>
          <dgm:animLvl val="lvl"/>
        </dgm:presLayoutVars>
      </dgm:prSet>
      <dgm:spPr/>
    </dgm:pt>
    <dgm:pt modelId="{B5E054FD-BEAD-9441-B915-7F1E1F772F6E}" type="pres">
      <dgm:prSet presAssocID="{D707062D-824B-4747-8389-3FA72488FDD0}" presName="thickLine" presStyleLbl="alignNode1" presStyleIdx="0" presStyleCnt="8"/>
      <dgm:spPr/>
    </dgm:pt>
    <dgm:pt modelId="{6C6FA27C-C0F2-C34F-8058-72778510ACC9}" type="pres">
      <dgm:prSet presAssocID="{D707062D-824B-4747-8389-3FA72488FDD0}" presName="horz1" presStyleCnt="0"/>
      <dgm:spPr/>
    </dgm:pt>
    <dgm:pt modelId="{D2C8128D-696C-C240-8986-9C10AFDF1E0C}" type="pres">
      <dgm:prSet presAssocID="{D707062D-824B-4747-8389-3FA72488FDD0}" presName="tx1" presStyleLbl="revTx" presStyleIdx="0" presStyleCnt="8"/>
      <dgm:spPr/>
    </dgm:pt>
    <dgm:pt modelId="{B9D20010-F055-184D-9F1E-D8A9A5928E15}" type="pres">
      <dgm:prSet presAssocID="{D707062D-824B-4747-8389-3FA72488FDD0}" presName="vert1" presStyleCnt="0"/>
      <dgm:spPr/>
    </dgm:pt>
    <dgm:pt modelId="{99741CFC-34C4-0747-ACD2-D4586CA2BAB8}" type="pres">
      <dgm:prSet presAssocID="{997A06AF-F336-4B44-81B4-175F8D70EB5A}" presName="thickLine" presStyleLbl="alignNode1" presStyleIdx="1" presStyleCnt="8"/>
      <dgm:spPr/>
    </dgm:pt>
    <dgm:pt modelId="{E1BF6A04-16F4-5840-A28C-266AD3B07C8B}" type="pres">
      <dgm:prSet presAssocID="{997A06AF-F336-4B44-81B4-175F8D70EB5A}" presName="horz1" presStyleCnt="0"/>
      <dgm:spPr/>
    </dgm:pt>
    <dgm:pt modelId="{9B691373-9F64-6146-A076-DC5D208E6E8A}" type="pres">
      <dgm:prSet presAssocID="{997A06AF-F336-4B44-81B4-175F8D70EB5A}" presName="tx1" presStyleLbl="revTx" presStyleIdx="1" presStyleCnt="8"/>
      <dgm:spPr/>
    </dgm:pt>
    <dgm:pt modelId="{A6379A94-61F2-8448-B493-D7499AA2170F}" type="pres">
      <dgm:prSet presAssocID="{997A06AF-F336-4B44-81B4-175F8D70EB5A}" presName="vert1" presStyleCnt="0"/>
      <dgm:spPr/>
    </dgm:pt>
    <dgm:pt modelId="{2FB28FED-4737-AA4A-AF59-F0F845F426A3}" type="pres">
      <dgm:prSet presAssocID="{51E0E7CA-0793-6042-B02B-4E8C00B07FC1}" presName="thickLine" presStyleLbl="alignNode1" presStyleIdx="2" presStyleCnt="8"/>
      <dgm:spPr/>
    </dgm:pt>
    <dgm:pt modelId="{8200BEE0-0C11-544A-9673-30A48E8D7D44}" type="pres">
      <dgm:prSet presAssocID="{51E0E7CA-0793-6042-B02B-4E8C00B07FC1}" presName="horz1" presStyleCnt="0"/>
      <dgm:spPr/>
    </dgm:pt>
    <dgm:pt modelId="{594E1578-EF80-B841-971F-EF5A799C0CAC}" type="pres">
      <dgm:prSet presAssocID="{51E0E7CA-0793-6042-B02B-4E8C00B07FC1}" presName="tx1" presStyleLbl="revTx" presStyleIdx="2" presStyleCnt="8"/>
      <dgm:spPr/>
    </dgm:pt>
    <dgm:pt modelId="{B5105A79-92B9-E24C-B15B-68E16AF2C6C6}" type="pres">
      <dgm:prSet presAssocID="{51E0E7CA-0793-6042-B02B-4E8C00B07FC1}" presName="vert1" presStyleCnt="0"/>
      <dgm:spPr/>
    </dgm:pt>
    <dgm:pt modelId="{14E28D9B-02F0-BF49-BEDD-7B41E884BAE3}" type="pres">
      <dgm:prSet presAssocID="{97C537DA-97B1-E14F-B9BE-F9C506D59403}" presName="thickLine" presStyleLbl="alignNode1" presStyleIdx="3" presStyleCnt="8"/>
      <dgm:spPr/>
    </dgm:pt>
    <dgm:pt modelId="{0A2DCC4B-B8D2-3B4F-94C9-C35DE6559FDC}" type="pres">
      <dgm:prSet presAssocID="{97C537DA-97B1-E14F-B9BE-F9C506D59403}" presName="horz1" presStyleCnt="0"/>
      <dgm:spPr/>
    </dgm:pt>
    <dgm:pt modelId="{134F6AA8-D691-EC4F-AC11-6AC8F77514B5}" type="pres">
      <dgm:prSet presAssocID="{97C537DA-97B1-E14F-B9BE-F9C506D59403}" presName="tx1" presStyleLbl="revTx" presStyleIdx="3" presStyleCnt="8"/>
      <dgm:spPr/>
    </dgm:pt>
    <dgm:pt modelId="{1826931F-8188-9343-A73D-59667F023933}" type="pres">
      <dgm:prSet presAssocID="{97C537DA-97B1-E14F-B9BE-F9C506D59403}" presName="vert1" presStyleCnt="0"/>
      <dgm:spPr/>
    </dgm:pt>
    <dgm:pt modelId="{8C5D2D91-4903-8D41-B582-824A4701453A}" type="pres">
      <dgm:prSet presAssocID="{E803F757-6E14-B14F-8085-D8B41D87C664}" presName="thickLine" presStyleLbl="alignNode1" presStyleIdx="4" presStyleCnt="8"/>
      <dgm:spPr/>
    </dgm:pt>
    <dgm:pt modelId="{E9802909-C5C4-2C4D-960C-F5D25FF6F186}" type="pres">
      <dgm:prSet presAssocID="{E803F757-6E14-B14F-8085-D8B41D87C664}" presName="horz1" presStyleCnt="0"/>
      <dgm:spPr/>
    </dgm:pt>
    <dgm:pt modelId="{51381281-F08C-C942-87A7-831000FC42C2}" type="pres">
      <dgm:prSet presAssocID="{E803F757-6E14-B14F-8085-D8B41D87C664}" presName="tx1" presStyleLbl="revTx" presStyleIdx="4" presStyleCnt="8"/>
      <dgm:spPr/>
    </dgm:pt>
    <dgm:pt modelId="{44F6E3ED-EAC8-C24B-B789-1F2B4E6EF4D1}" type="pres">
      <dgm:prSet presAssocID="{E803F757-6E14-B14F-8085-D8B41D87C664}" presName="vert1" presStyleCnt="0"/>
      <dgm:spPr/>
    </dgm:pt>
    <dgm:pt modelId="{E8F2339A-89FC-B241-8805-01086C4C60B8}" type="pres">
      <dgm:prSet presAssocID="{BAF2E9F4-AB77-6646-866D-50F1A7893D25}" presName="thickLine" presStyleLbl="alignNode1" presStyleIdx="5" presStyleCnt="8"/>
      <dgm:spPr/>
    </dgm:pt>
    <dgm:pt modelId="{2808DED9-6605-7F48-87F9-8065529D46B8}" type="pres">
      <dgm:prSet presAssocID="{BAF2E9F4-AB77-6646-866D-50F1A7893D25}" presName="horz1" presStyleCnt="0"/>
      <dgm:spPr/>
    </dgm:pt>
    <dgm:pt modelId="{1EA50EF8-BD42-7B42-B1CE-E1D9C3ACCA37}" type="pres">
      <dgm:prSet presAssocID="{BAF2E9F4-AB77-6646-866D-50F1A7893D25}" presName="tx1" presStyleLbl="revTx" presStyleIdx="5" presStyleCnt="8"/>
      <dgm:spPr/>
    </dgm:pt>
    <dgm:pt modelId="{8E8F75F0-3A6C-5345-8F0F-5CC325C38162}" type="pres">
      <dgm:prSet presAssocID="{BAF2E9F4-AB77-6646-866D-50F1A7893D25}" presName="vert1" presStyleCnt="0"/>
      <dgm:spPr/>
    </dgm:pt>
    <dgm:pt modelId="{B7D25A80-43A4-C544-8647-198C2E1CEC4C}" type="pres">
      <dgm:prSet presAssocID="{D5BD6118-CA9E-DD4D-AFF9-A27DAC9A3618}" presName="thickLine" presStyleLbl="alignNode1" presStyleIdx="6" presStyleCnt="8"/>
      <dgm:spPr/>
    </dgm:pt>
    <dgm:pt modelId="{260C663B-A970-9F4E-A87A-4227056C5D5C}" type="pres">
      <dgm:prSet presAssocID="{D5BD6118-CA9E-DD4D-AFF9-A27DAC9A3618}" presName="horz1" presStyleCnt="0"/>
      <dgm:spPr/>
    </dgm:pt>
    <dgm:pt modelId="{A4CE8F5F-1579-D34C-9071-D9B24FC4DBFC}" type="pres">
      <dgm:prSet presAssocID="{D5BD6118-CA9E-DD4D-AFF9-A27DAC9A3618}" presName="tx1" presStyleLbl="revTx" presStyleIdx="6" presStyleCnt="8"/>
      <dgm:spPr/>
    </dgm:pt>
    <dgm:pt modelId="{267F8B07-DDE0-C74B-BE67-5BCF25379F93}" type="pres">
      <dgm:prSet presAssocID="{D5BD6118-CA9E-DD4D-AFF9-A27DAC9A3618}" presName="vert1" presStyleCnt="0"/>
      <dgm:spPr/>
    </dgm:pt>
    <dgm:pt modelId="{DA4E52FD-310B-BB43-A415-35DB80630995}" type="pres">
      <dgm:prSet presAssocID="{9127DD9F-9C20-A145-9944-630A691B1B25}" presName="thickLine" presStyleLbl="alignNode1" presStyleIdx="7" presStyleCnt="8"/>
      <dgm:spPr/>
    </dgm:pt>
    <dgm:pt modelId="{DE34C509-09F8-CD44-AD69-1B5350446C7F}" type="pres">
      <dgm:prSet presAssocID="{9127DD9F-9C20-A145-9944-630A691B1B25}" presName="horz1" presStyleCnt="0"/>
      <dgm:spPr/>
    </dgm:pt>
    <dgm:pt modelId="{40A953BE-3A1A-C142-A052-3C6A2466FC1E}" type="pres">
      <dgm:prSet presAssocID="{9127DD9F-9C20-A145-9944-630A691B1B25}" presName="tx1" presStyleLbl="revTx" presStyleIdx="7" presStyleCnt="8"/>
      <dgm:spPr/>
    </dgm:pt>
    <dgm:pt modelId="{5DA18349-489E-7140-BB06-688D8E527C61}" type="pres">
      <dgm:prSet presAssocID="{9127DD9F-9C20-A145-9944-630A691B1B25}" presName="vert1" presStyleCnt="0"/>
      <dgm:spPr/>
    </dgm:pt>
  </dgm:ptLst>
  <dgm:cxnLst>
    <dgm:cxn modelId="{1577F002-498D-B649-9B07-A6ABFFC0BBB0}" type="presOf" srcId="{D5BD6118-CA9E-DD4D-AFF9-A27DAC9A3618}" destId="{A4CE8F5F-1579-D34C-9071-D9B24FC4DBFC}" srcOrd="0" destOrd="0" presId="urn:microsoft.com/office/officeart/2008/layout/LinedList"/>
    <dgm:cxn modelId="{D1D17707-6269-6C46-99C2-C4BA98E4BD4E}" srcId="{EF82B1D7-B8D5-4DBF-90E9-5AC64CC7DD70}" destId="{BAF2E9F4-AB77-6646-866D-50F1A7893D25}" srcOrd="5" destOrd="0" parTransId="{F2962DAE-587E-8245-86CF-1209F30A9951}" sibTransId="{36F1EB2D-0B37-554B-BBBF-634AD51F2DDC}"/>
    <dgm:cxn modelId="{FAA7E60A-9DF2-0D41-8A5F-2EB92449F787}" srcId="{EF82B1D7-B8D5-4DBF-90E9-5AC64CC7DD70}" destId="{9127DD9F-9C20-A145-9944-630A691B1B25}" srcOrd="7" destOrd="0" parTransId="{B8A80B8D-5E62-7D47-909A-9CA2FAFA1CD4}" sibTransId="{DABA670F-7574-464F-A340-22E8BAC74A41}"/>
    <dgm:cxn modelId="{D25CFE0F-260F-6146-A083-00FF42423583}" srcId="{EF82B1D7-B8D5-4DBF-90E9-5AC64CC7DD70}" destId="{D5BD6118-CA9E-DD4D-AFF9-A27DAC9A3618}" srcOrd="6" destOrd="0" parTransId="{FFEC109A-0B3C-8E40-A493-9E6E35BF2A2A}" sibTransId="{3AAFCB0F-9A49-0A49-A279-37E53CC0272C}"/>
    <dgm:cxn modelId="{DBE3311F-6368-1049-A1DD-5DAC427CC500}" type="presOf" srcId="{97C537DA-97B1-E14F-B9BE-F9C506D59403}" destId="{134F6AA8-D691-EC4F-AC11-6AC8F77514B5}" srcOrd="0" destOrd="0" presId="urn:microsoft.com/office/officeart/2008/layout/LinedList"/>
    <dgm:cxn modelId="{058B4130-E9FF-4154-8EAC-273BD25915C5}" srcId="{EF82B1D7-B8D5-4DBF-90E9-5AC64CC7DD70}" destId="{D707062D-824B-4747-8389-3FA72488FDD0}" srcOrd="0" destOrd="0" parTransId="{4DC04058-EEB8-40C3-8549-8597B1A6DCAC}" sibTransId="{4EBA9159-2EFD-4FAB-B71D-3B02BD2CB627}"/>
    <dgm:cxn modelId="{1CD00D5E-42D6-DF49-A22A-1B3A988796C1}" type="presOf" srcId="{51E0E7CA-0793-6042-B02B-4E8C00B07FC1}" destId="{594E1578-EF80-B841-971F-EF5A799C0CAC}" srcOrd="0" destOrd="0" presId="urn:microsoft.com/office/officeart/2008/layout/LinedList"/>
    <dgm:cxn modelId="{6F148B73-36A9-294D-8A30-C124CC96BC93}" type="presOf" srcId="{997A06AF-F336-4B44-81B4-175F8D70EB5A}" destId="{9B691373-9F64-6146-A076-DC5D208E6E8A}" srcOrd="0" destOrd="0" presId="urn:microsoft.com/office/officeart/2008/layout/LinedList"/>
    <dgm:cxn modelId="{1921737C-DA26-8040-B3E2-B38237CC1241}" type="presOf" srcId="{EF82B1D7-B8D5-4DBF-90E9-5AC64CC7DD70}" destId="{03D3EAEC-5F7C-DD4D-9533-62398E91AD91}" srcOrd="0" destOrd="0" presId="urn:microsoft.com/office/officeart/2008/layout/LinedList"/>
    <dgm:cxn modelId="{A6F78684-6CCE-D044-A9DA-56AC2C470E17}" srcId="{EF82B1D7-B8D5-4DBF-90E9-5AC64CC7DD70}" destId="{97C537DA-97B1-E14F-B9BE-F9C506D59403}" srcOrd="3" destOrd="0" parTransId="{9C098659-5620-E14F-BCE3-170B01326BDC}" sibTransId="{5CCF2412-876F-D949-9205-1130EFF10B23}"/>
    <dgm:cxn modelId="{CCD7DA8B-2A86-144D-8EAA-276C8B5D8C42}" srcId="{EF82B1D7-B8D5-4DBF-90E9-5AC64CC7DD70}" destId="{997A06AF-F336-4B44-81B4-175F8D70EB5A}" srcOrd="1" destOrd="0" parTransId="{3D34072A-591E-104D-BBD4-1BF4A5157B42}" sibTransId="{1C957D14-0AA4-8149-AAA1-3077E0F6FFEE}"/>
    <dgm:cxn modelId="{7FE1BDA1-1E8D-DD40-808A-EDB92E18114B}" type="presOf" srcId="{9127DD9F-9C20-A145-9944-630A691B1B25}" destId="{40A953BE-3A1A-C142-A052-3C6A2466FC1E}" srcOrd="0" destOrd="0" presId="urn:microsoft.com/office/officeart/2008/layout/LinedList"/>
    <dgm:cxn modelId="{1A3021AB-080C-6C4B-91A7-875653401C80}" srcId="{EF82B1D7-B8D5-4DBF-90E9-5AC64CC7DD70}" destId="{51E0E7CA-0793-6042-B02B-4E8C00B07FC1}" srcOrd="2" destOrd="0" parTransId="{E3675A96-5626-544A-9978-F3036C1C6AAF}" sibTransId="{48376992-39E5-8A48-B0CA-E28100EF5C5A}"/>
    <dgm:cxn modelId="{1DACDEBA-FA4F-554E-8286-799358662191}" type="presOf" srcId="{BAF2E9F4-AB77-6646-866D-50F1A7893D25}" destId="{1EA50EF8-BD42-7B42-B1CE-E1D9C3ACCA37}" srcOrd="0" destOrd="0" presId="urn:microsoft.com/office/officeart/2008/layout/LinedList"/>
    <dgm:cxn modelId="{3350FBCF-08CC-CF4A-9BAF-5DF0DA3125D3}" type="presOf" srcId="{E803F757-6E14-B14F-8085-D8B41D87C664}" destId="{51381281-F08C-C942-87A7-831000FC42C2}" srcOrd="0" destOrd="0" presId="urn:microsoft.com/office/officeart/2008/layout/LinedList"/>
    <dgm:cxn modelId="{9B6D8DDC-C8E1-0840-8A26-4E6229A14658}" type="presOf" srcId="{D707062D-824B-4747-8389-3FA72488FDD0}" destId="{D2C8128D-696C-C240-8986-9C10AFDF1E0C}" srcOrd="0" destOrd="0" presId="urn:microsoft.com/office/officeart/2008/layout/LinedList"/>
    <dgm:cxn modelId="{214528E8-918B-C044-B400-D1475C267ACF}" srcId="{EF82B1D7-B8D5-4DBF-90E9-5AC64CC7DD70}" destId="{E803F757-6E14-B14F-8085-D8B41D87C664}" srcOrd="4" destOrd="0" parTransId="{1EC41536-63D3-0046-A702-DD136B55B307}" sibTransId="{A274CABC-7DB8-924B-9875-0C510706A1EE}"/>
    <dgm:cxn modelId="{63D39006-757A-8143-A83F-643DA7FC1E93}" type="presParOf" srcId="{03D3EAEC-5F7C-DD4D-9533-62398E91AD91}" destId="{B5E054FD-BEAD-9441-B915-7F1E1F772F6E}" srcOrd="0" destOrd="0" presId="urn:microsoft.com/office/officeart/2008/layout/LinedList"/>
    <dgm:cxn modelId="{299F50DF-6A2F-704A-9C85-6BAFE12CA5E2}" type="presParOf" srcId="{03D3EAEC-5F7C-DD4D-9533-62398E91AD91}" destId="{6C6FA27C-C0F2-C34F-8058-72778510ACC9}" srcOrd="1" destOrd="0" presId="urn:microsoft.com/office/officeart/2008/layout/LinedList"/>
    <dgm:cxn modelId="{216BD84A-DCB5-6847-93CB-9FB3EEA8106D}" type="presParOf" srcId="{6C6FA27C-C0F2-C34F-8058-72778510ACC9}" destId="{D2C8128D-696C-C240-8986-9C10AFDF1E0C}" srcOrd="0" destOrd="0" presId="urn:microsoft.com/office/officeart/2008/layout/LinedList"/>
    <dgm:cxn modelId="{0E3EB530-5038-7B41-95D7-73DCBD033523}" type="presParOf" srcId="{6C6FA27C-C0F2-C34F-8058-72778510ACC9}" destId="{B9D20010-F055-184D-9F1E-D8A9A5928E15}" srcOrd="1" destOrd="0" presId="urn:microsoft.com/office/officeart/2008/layout/LinedList"/>
    <dgm:cxn modelId="{1201673C-0B85-E646-AF91-61BC24991495}" type="presParOf" srcId="{03D3EAEC-5F7C-DD4D-9533-62398E91AD91}" destId="{99741CFC-34C4-0747-ACD2-D4586CA2BAB8}" srcOrd="2" destOrd="0" presId="urn:microsoft.com/office/officeart/2008/layout/LinedList"/>
    <dgm:cxn modelId="{F0E8A8F2-08E2-2141-854A-E793387DA8BE}" type="presParOf" srcId="{03D3EAEC-5F7C-DD4D-9533-62398E91AD91}" destId="{E1BF6A04-16F4-5840-A28C-266AD3B07C8B}" srcOrd="3" destOrd="0" presId="urn:microsoft.com/office/officeart/2008/layout/LinedList"/>
    <dgm:cxn modelId="{512570B4-25F6-1140-8FFF-495BD216DA4A}" type="presParOf" srcId="{E1BF6A04-16F4-5840-A28C-266AD3B07C8B}" destId="{9B691373-9F64-6146-A076-DC5D208E6E8A}" srcOrd="0" destOrd="0" presId="urn:microsoft.com/office/officeart/2008/layout/LinedList"/>
    <dgm:cxn modelId="{EDEFAE0D-23D6-4446-8059-95DF7B9ED92C}" type="presParOf" srcId="{E1BF6A04-16F4-5840-A28C-266AD3B07C8B}" destId="{A6379A94-61F2-8448-B493-D7499AA2170F}" srcOrd="1" destOrd="0" presId="urn:microsoft.com/office/officeart/2008/layout/LinedList"/>
    <dgm:cxn modelId="{D383E266-B4AB-3B4A-8BC4-0AB3A3560C5F}" type="presParOf" srcId="{03D3EAEC-5F7C-DD4D-9533-62398E91AD91}" destId="{2FB28FED-4737-AA4A-AF59-F0F845F426A3}" srcOrd="4" destOrd="0" presId="urn:microsoft.com/office/officeart/2008/layout/LinedList"/>
    <dgm:cxn modelId="{7DFBF2AA-5C57-BE4E-A4EE-1B727BB8C19A}" type="presParOf" srcId="{03D3EAEC-5F7C-DD4D-9533-62398E91AD91}" destId="{8200BEE0-0C11-544A-9673-30A48E8D7D44}" srcOrd="5" destOrd="0" presId="urn:microsoft.com/office/officeart/2008/layout/LinedList"/>
    <dgm:cxn modelId="{9C9AE23E-D29B-9A4C-82DF-662D86CB6B65}" type="presParOf" srcId="{8200BEE0-0C11-544A-9673-30A48E8D7D44}" destId="{594E1578-EF80-B841-971F-EF5A799C0CAC}" srcOrd="0" destOrd="0" presId="urn:microsoft.com/office/officeart/2008/layout/LinedList"/>
    <dgm:cxn modelId="{6B09AB01-ECE6-BC49-B309-8F96DF82347A}" type="presParOf" srcId="{8200BEE0-0C11-544A-9673-30A48E8D7D44}" destId="{B5105A79-92B9-E24C-B15B-68E16AF2C6C6}" srcOrd="1" destOrd="0" presId="urn:microsoft.com/office/officeart/2008/layout/LinedList"/>
    <dgm:cxn modelId="{A690E124-5DB8-9D42-A5BA-9042EBE85DBA}" type="presParOf" srcId="{03D3EAEC-5F7C-DD4D-9533-62398E91AD91}" destId="{14E28D9B-02F0-BF49-BEDD-7B41E884BAE3}" srcOrd="6" destOrd="0" presId="urn:microsoft.com/office/officeart/2008/layout/LinedList"/>
    <dgm:cxn modelId="{0CB0EB1F-91DA-574C-8F2D-8D89FE34F552}" type="presParOf" srcId="{03D3EAEC-5F7C-DD4D-9533-62398E91AD91}" destId="{0A2DCC4B-B8D2-3B4F-94C9-C35DE6559FDC}" srcOrd="7" destOrd="0" presId="urn:microsoft.com/office/officeart/2008/layout/LinedList"/>
    <dgm:cxn modelId="{24C2E71E-CEC1-4E4B-8330-D1B813D2B91E}" type="presParOf" srcId="{0A2DCC4B-B8D2-3B4F-94C9-C35DE6559FDC}" destId="{134F6AA8-D691-EC4F-AC11-6AC8F77514B5}" srcOrd="0" destOrd="0" presId="urn:microsoft.com/office/officeart/2008/layout/LinedList"/>
    <dgm:cxn modelId="{BE981D61-AD0F-B347-9A59-2A50FEBC09AE}" type="presParOf" srcId="{0A2DCC4B-B8D2-3B4F-94C9-C35DE6559FDC}" destId="{1826931F-8188-9343-A73D-59667F023933}" srcOrd="1" destOrd="0" presId="urn:microsoft.com/office/officeart/2008/layout/LinedList"/>
    <dgm:cxn modelId="{A244AE80-26CC-A748-B311-9289D0F8C63D}" type="presParOf" srcId="{03D3EAEC-5F7C-DD4D-9533-62398E91AD91}" destId="{8C5D2D91-4903-8D41-B582-824A4701453A}" srcOrd="8" destOrd="0" presId="urn:microsoft.com/office/officeart/2008/layout/LinedList"/>
    <dgm:cxn modelId="{68E4E5FF-2559-3D45-9AA8-E64D5BC7C0C2}" type="presParOf" srcId="{03D3EAEC-5F7C-DD4D-9533-62398E91AD91}" destId="{E9802909-C5C4-2C4D-960C-F5D25FF6F186}" srcOrd="9" destOrd="0" presId="urn:microsoft.com/office/officeart/2008/layout/LinedList"/>
    <dgm:cxn modelId="{BF9744AD-A4CC-6245-8F57-4987E0FFE25C}" type="presParOf" srcId="{E9802909-C5C4-2C4D-960C-F5D25FF6F186}" destId="{51381281-F08C-C942-87A7-831000FC42C2}" srcOrd="0" destOrd="0" presId="urn:microsoft.com/office/officeart/2008/layout/LinedList"/>
    <dgm:cxn modelId="{A70E2A7C-7C31-534E-B978-364C45AB25E8}" type="presParOf" srcId="{E9802909-C5C4-2C4D-960C-F5D25FF6F186}" destId="{44F6E3ED-EAC8-C24B-B789-1F2B4E6EF4D1}" srcOrd="1" destOrd="0" presId="urn:microsoft.com/office/officeart/2008/layout/LinedList"/>
    <dgm:cxn modelId="{746E6E4F-D96E-9949-AD64-21D1E0F07D17}" type="presParOf" srcId="{03D3EAEC-5F7C-DD4D-9533-62398E91AD91}" destId="{E8F2339A-89FC-B241-8805-01086C4C60B8}" srcOrd="10" destOrd="0" presId="urn:microsoft.com/office/officeart/2008/layout/LinedList"/>
    <dgm:cxn modelId="{DDA4E543-37F8-F74A-865B-2C4BB4A13606}" type="presParOf" srcId="{03D3EAEC-5F7C-DD4D-9533-62398E91AD91}" destId="{2808DED9-6605-7F48-87F9-8065529D46B8}" srcOrd="11" destOrd="0" presId="urn:microsoft.com/office/officeart/2008/layout/LinedList"/>
    <dgm:cxn modelId="{DA0912A2-8AF4-EF41-9A7B-2DE2EEC70AD9}" type="presParOf" srcId="{2808DED9-6605-7F48-87F9-8065529D46B8}" destId="{1EA50EF8-BD42-7B42-B1CE-E1D9C3ACCA37}" srcOrd="0" destOrd="0" presId="urn:microsoft.com/office/officeart/2008/layout/LinedList"/>
    <dgm:cxn modelId="{19F3DC81-2E4D-F04A-B9C9-15FC7063D26F}" type="presParOf" srcId="{2808DED9-6605-7F48-87F9-8065529D46B8}" destId="{8E8F75F0-3A6C-5345-8F0F-5CC325C38162}" srcOrd="1" destOrd="0" presId="urn:microsoft.com/office/officeart/2008/layout/LinedList"/>
    <dgm:cxn modelId="{2C0311C8-27E2-AF4A-903A-15AC774DD822}" type="presParOf" srcId="{03D3EAEC-5F7C-DD4D-9533-62398E91AD91}" destId="{B7D25A80-43A4-C544-8647-198C2E1CEC4C}" srcOrd="12" destOrd="0" presId="urn:microsoft.com/office/officeart/2008/layout/LinedList"/>
    <dgm:cxn modelId="{B98216AA-1A5A-504F-84B9-2AB7E9D95C72}" type="presParOf" srcId="{03D3EAEC-5F7C-DD4D-9533-62398E91AD91}" destId="{260C663B-A970-9F4E-A87A-4227056C5D5C}" srcOrd="13" destOrd="0" presId="urn:microsoft.com/office/officeart/2008/layout/LinedList"/>
    <dgm:cxn modelId="{4775ACAF-2012-D74E-945B-AC20EDCAC3BD}" type="presParOf" srcId="{260C663B-A970-9F4E-A87A-4227056C5D5C}" destId="{A4CE8F5F-1579-D34C-9071-D9B24FC4DBFC}" srcOrd="0" destOrd="0" presId="urn:microsoft.com/office/officeart/2008/layout/LinedList"/>
    <dgm:cxn modelId="{64981F7A-B0EF-C141-8873-45A3CD08BD08}" type="presParOf" srcId="{260C663B-A970-9F4E-A87A-4227056C5D5C}" destId="{267F8B07-DDE0-C74B-BE67-5BCF25379F93}" srcOrd="1" destOrd="0" presId="urn:microsoft.com/office/officeart/2008/layout/LinedList"/>
    <dgm:cxn modelId="{A013442C-7041-D944-9D6A-B932D2B11281}" type="presParOf" srcId="{03D3EAEC-5F7C-DD4D-9533-62398E91AD91}" destId="{DA4E52FD-310B-BB43-A415-35DB80630995}" srcOrd="14" destOrd="0" presId="urn:microsoft.com/office/officeart/2008/layout/LinedList"/>
    <dgm:cxn modelId="{7E4BE964-F2A2-DD49-9546-7D9CDEA1FCEA}" type="presParOf" srcId="{03D3EAEC-5F7C-DD4D-9533-62398E91AD91}" destId="{DE34C509-09F8-CD44-AD69-1B5350446C7F}" srcOrd="15" destOrd="0" presId="urn:microsoft.com/office/officeart/2008/layout/LinedList"/>
    <dgm:cxn modelId="{A238AAF3-98F0-3142-9825-26B42429796E}" type="presParOf" srcId="{DE34C509-09F8-CD44-AD69-1B5350446C7F}" destId="{40A953BE-3A1A-C142-A052-3C6A2466FC1E}" srcOrd="0" destOrd="0" presId="urn:microsoft.com/office/officeart/2008/layout/LinedList"/>
    <dgm:cxn modelId="{94E3AF67-D4A3-3648-8747-706CF79759FB}" type="presParOf" srcId="{DE34C509-09F8-CD44-AD69-1B5350446C7F}" destId="{5DA18349-489E-7140-BB06-688D8E527C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AF918F-5687-154D-BE72-2E9A4388AFA6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132CC3A-4735-C94C-9C2D-8096192350A1}">
      <dgm:prSet/>
      <dgm:spPr/>
      <dgm:t>
        <a:bodyPr/>
        <a:lstStyle/>
        <a:p>
          <a:r>
            <a:rPr lang="en-US" dirty="0" err="1"/>
            <a:t>psets</a:t>
          </a:r>
          <a:endParaRPr lang="en-US" dirty="0"/>
        </a:p>
      </dgm:t>
    </dgm:pt>
    <dgm:pt modelId="{15F572BD-AC01-5A4A-B373-B2AD8F24E0BD}" type="parTrans" cxnId="{184C1617-D432-4C4E-BAF6-202C95F87AF0}">
      <dgm:prSet/>
      <dgm:spPr/>
      <dgm:t>
        <a:bodyPr/>
        <a:lstStyle/>
        <a:p>
          <a:endParaRPr lang="en-US"/>
        </a:p>
      </dgm:t>
    </dgm:pt>
    <dgm:pt modelId="{B3ABD143-E0B9-A048-80DD-1F2FE38E8B86}" type="sibTrans" cxnId="{184C1617-D432-4C4E-BAF6-202C95F87AF0}">
      <dgm:prSet/>
      <dgm:spPr/>
      <dgm:t>
        <a:bodyPr/>
        <a:lstStyle/>
        <a:p>
          <a:endParaRPr lang="en-US"/>
        </a:p>
      </dgm:t>
    </dgm:pt>
    <dgm:pt modelId="{9FA9EAE8-2334-6C4A-811D-900185453327}">
      <dgm:prSet/>
      <dgm:spPr/>
      <dgm:t>
        <a:bodyPr/>
        <a:lstStyle/>
        <a:p>
          <a:r>
            <a:rPr lang="en-US" dirty="0"/>
            <a:t>midterm exam</a:t>
          </a:r>
        </a:p>
      </dgm:t>
    </dgm:pt>
    <dgm:pt modelId="{22BB3609-B225-B441-9FF8-FCDD67B7B692}" type="parTrans" cxnId="{33118E97-754C-3E40-859F-BFD539B2EF80}">
      <dgm:prSet/>
      <dgm:spPr/>
      <dgm:t>
        <a:bodyPr/>
        <a:lstStyle/>
        <a:p>
          <a:endParaRPr lang="en-US"/>
        </a:p>
      </dgm:t>
    </dgm:pt>
    <dgm:pt modelId="{C4601FF9-375E-6147-BDFB-09C14FB82294}" type="sibTrans" cxnId="{33118E97-754C-3E40-859F-BFD539B2EF80}">
      <dgm:prSet/>
      <dgm:spPr/>
      <dgm:t>
        <a:bodyPr/>
        <a:lstStyle/>
        <a:p>
          <a:endParaRPr lang="en-US"/>
        </a:p>
      </dgm:t>
    </dgm:pt>
    <dgm:pt modelId="{7B7F77FC-A7AF-FA44-A6B9-5D885C3A7403}">
      <dgm:prSet/>
      <dgm:spPr/>
      <dgm:t>
        <a:bodyPr/>
        <a:lstStyle/>
        <a:p>
          <a:r>
            <a:rPr lang="en-US"/>
            <a:t>psets</a:t>
          </a:r>
        </a:p>
      </dgm:t>
    </dgm:pt>
    <dgm:pt modelId="{1EBB1A3F-F511-CB49-A8E2-0A609D6904FA}" type="parTrans" cxnId="{EA6DFFD0-2AA4-5849-B3CA-79E53EE1E7DD}">
      <dgm:prSet/>
      <dgm:spPr/>
      <dgm:t>
        <a:bodyPr/>
        <a:lstStyle/>
        <a:p>
          <a:endParaRPr lang="en-US"/>
        </a:p>
      </dgm:t>
    </dgm:pt>
    <dgm:pt modelId="{393B3A94-E1D4-D94A-951D-1A572D7CBFB2}" type="sibTrans" cxnId="{EA6DFFD0-2AA4-5849-B3CA-79E53EE1E7DD}">
      <dgm:prSet/>
      <dgm:spPr/>
      <dgm:t>
        <a:bodyPr/>
        <a:lstStyle/>
        <a:p>
          <a:endParaRPr lang="en-US"/>
        </a:p>
      </dgm:t>
    </dgm:pt>
    <dgm:pt modelId="{4F296901-451D-E344-86DA-CCAF8CD66853}">
      <dgm:prSet/>
      <dgm:spPr/>
      <dgm:t>
        <a:bodyPr/>
        <a:lstStyle/>
        <a:p>
          <a:r>
            <a:rPr lang="en-US"/>
            <a:t>final exam</a:t>
          </a:r>
        </a:p>
      </dgm:t>
    </dgm:pt>
    <dgm:pt modelId="{80E302B2-03F4-CC4E-A5C4-78C257D0E90A}" type="parTrans" cxnId="{90DB8073-88F1-B44D-8293-3CC05637B40C}">
      <dgm:prSet/>
      <dgm:spPr/>
      <dgm:t>
        <a:bodyPr/>
        <a:lstStyle/>
        <a:p>
          <a:endParaRPr lang="en-US"/>
        </a:p>
      </dgm:t>
    </dgm:pt>
    <dgm:pt modelId="{EDA5133B-4228-FE48-9D06-F5EA35E6F1BB}" type="sibTrans" cxnId="{90DB8073-88F1-B44D-8293-3CC05637B40C}">
      <dgm:prSet/>
      <dgm:spPr/>
      <dgm:t>
        <a:bodyPr/>
        <a:lstStyle/>
        <a:p>
          <a:endParaRPr lang="en-US"/>
        </a:p>
      </dgm:t>
    </dgm:pt>
    <dgm:pt modelId="{5950EE7E-CAE2-C74D-9845-81FD91253C5E}" type="pres">
      <dgm:prSet presAssocID="{B6AF918F-5687-154D-BE72-2E9A4388AFA6}" presName="Name0" presStyleCnt="0">
        <dgm:presLayoutVars>
          <dgm:dir/>
          <dgm:resizeHandles val="exact"/>
        </dgm:presLayoutVars>
      </dgm:prSet>
      <dgm:spPr/>
    </dgm:pt>
    <dgm:pt modelId="{ACF4D8A6-1194-8A43-AD06-35E860F4354F}" type="pres">
      <dgm:prSet presAssocID="{A132CC3A-4735-C94C-9C2D-8096192350A1}" presName="node" presStyleLbl="node1" presStyleIdx="0" presStyleCnt="4">
        <dgm:presLayoutVars>
          <dgm:bulletEnabled val="1"/>
        </dgm:presLayoutVars>
      </dgm:prSet>
      <dgm:spPr/>
    </dgm:pt>
    <dgm:pt modelId="{0DACC602-A34F-514F-AF69-337887E7A871}" type="pres">
      <dgm:prSet presAssocID="{B3ABD143-E0B9-A048-80DD-1F2FE38E8B86}" presName="sibTrans" presStyleLbl="sibTrans2D1" presStyleIdx="0" presStyleCnt="3"/>
      <dgm:spPr/>
    </dgm:pt>
    <dgm:pt modelId="{70712A10-A4F1-214C-BA6C-4C9503CE3F30}" type="pres">
      <dgm:prSet presAssocID="{B3ABD143-E0B9-A048-80DD-1F2FE38E8B86}" presName="connectorText" presStyleLbl="sibTrans2D1" presStyleIdx="0" presStyleCnt="3"/>
      <dgm:spPr/>
    </dgm:pt>
    <dgm:pt modelId="{4215045C-B9C9-3E4E-A5CB-D1FD44AF008D}" type="pres">
      <dgm:prSet presAssocID="{9FA9EAE8-2334-6C4A-811D-900185453327}" presName="node" presStyleLbl="node1" presStyleIdx="1" presStyleCnt="4">
        <dgm:presLayoutVars>
          <dgm:bulletEnabled val="1"/>
        </dgm:presLayoutVars>
      </dgm:prSet>
      <dgm:spPr/>
    </dgm:pt>
    <dgm:pt modelId="{AD69FB31-8070-4A4C-9212-EAE9ADF77E53}" type="pres">
      <dgm:prSet presAssocID="{C4601FF9-375E-6147-BDFB-09C14FB82294}" presName="sibTrans" presStyleLbl="sibTrans2D1" presStyleIdx="1" presStyleCnt="3"/>
      <dgm:spPr/>
    </dgm:pt>
    <dgm:pt modelId="{147E8016-99AA-4D45-AF8A-A5325552E540}" type="pres">
      <dgm:prSet presAssocID="{C4601FF9-375E-6147-BDFB-09C14FB82294}" presName="connectorText" presStyleLbl="sibTrans2D1" presStyleIdx="1" presStyleCnt="3"/>
      <dgm:spPr/>
    </dgm:pt>
    <dgm:pt modelId="{A90332E6-BF4F-CA4A-91DA-44BD7A513B08}" type="pres">
      <dgm:prSet presAssocID="{7B7F77FC-A7AF-FA44-A6B9-5D885C3A7403}" presName="node" presStyleLbl="node1" presStyleIdx="2" presStyleCnt="4">
        <dgm:presLayoutVars>
          <dgm:bulletEnabled val="1"/>
        </dgm:presLayoutVars>
      </dgm:prSet>
      <dgm:spPr/>
    </dgm:pt>
    <dgm:pt modelId="{0F408BD9-7B15-2941-A02A-EB2A2D911F33}" type="pres">
      <dgm:prSet presAssocID="{393B3A94-E1D4-D94A-951D-1A572D7CBFB2}" presName="sibTrans" presStyleLbl="sibTrans2D1" presStyleIdx="2" presStyleCnt="3"/>
      <dgm:spPr/>
    </dgm:pt>
    <dgm:pt modelId="{50B52D17-4428-D24D-A528-1E9934EB10FC}" type="pres">
      <dgm:prSet presAssocID="{393B3A94-E1D4-D94A-951D-1A572D7CBFB2}" presName="connectorText" presStyleLbl="sibTrans2D1" presStyleIdx="2" presStyleCnt="3"/>
      <dgm:spPr/>
    </dgm:pt>
    <dgm:pt modelId="{213AA292-2C7F-5F4B-8A52-FD7FF0C0AC03}" type="pres">
      <dgm:prSet presAssocID="{4F296901-451D-E344-86DA-CCAF8CD66853}" presName="node" presStyleLbl="node1" presStyleIdx="3" presStyleCnt="4">
        <dgm:presLayoutVars>
          <dgm:bulletEnabled val="1"/>
        </dgm:presLayoutVars>
      </dgm:prSet>
      <dgm:spPr/>
    </dgm:pt>
  </dgm:ptLst>
  <dgm:cxnLst>
    <dgm:cxn modelId="{FE619B07-9E4E-FE43-BFA4-F91F33FAD91A}" type="presOf" srcId="{C4601FF9-375E-6147-BDFB-09C14FB82294}" destId="{AD69FB31-8070-4A4C-9212-EAE9ADF77E53}" srcOrd="0" destOrd="0" presId="urn:microsoft.com/office/officeart/2005/8/layout/process1"/>
    <dgm:cxn modelId="{9A5A9513-EF1E-1843-A824-645667F11F33}" type="presOf" srcId="{4F296901-451D-E344-86DA-CCAF8CD66853}" destId="{213AA292-2C7F-5F4B-8A52-FD7FF0C0AC03}" srcOrd="0" destOrd="0" presId="urn:microsoft.com/office/officeart/2005/8/layout/process1"/>
    <dgm:cxn modelId="{184C1617-D432-4C4E-BAF6-202C95F87AF0}" srcId="{B6AF918F-5687-154D-BE72-2E9A4388AFA6}" destId="{A132CC3A-4735-C94C-9C2D-8096192350A1}" srcOrd="0" destOrd="0" parTransId="{15F572BD-AC01-5A4A-B373-B2AD8F24E0BD}" sibTransId="{B3ABD143-E0B9-A048-80DD-1F2FE38E8B86}"/>
    <dgm:cxn modelId="{D02F8219-56C7-AA4A-B4D0-54A18A44CB62}" type="presOf" srcId="{B3ABD143-E0B9-A048-80DD-1F2FE38E8B86}" destId="{70712A10-A4F1-214C-BA6C-4C9503CE3F30}" srcOrd="1" destOrd="0" presId="urn:microsoft.com/office/officeart/2005/8/layout/process1"/>
    <dgm:cxn modelId="{DDECE522-85FC-214F-8144-B21E18499D0A}" type="presOf" srcId="{B6AF918F-5687-154D-BE72-2E9A4388AFA6}" destId="{5950EE7E-CAE2-C74D-9845-81FD91253C5E}" srcOrd="0" destOrd="0" presId="urn:microsoft.com/office/officeart/2005/8/layout/process1"/>
    <dgm:cxn modelId="{BE329923-8858-444E-8C92-231002CFA15B}" type="presOf" srcId="{B3ABD143-E0B9-A048-80DD-1F2FE38E8B86}" destId="{0DACC602-A34F-514F-AF69-337887E7A871}" srcOrd="0" destOrd="0" presId="urn:microsoft.com/office/officeart/2005/8/layout/process1"/>
    <dgm:cxn modelId="{996FAB3F-B639-E049-B307-26AAA9DA885F}" type="presOf" srcId="{7B7F77FC-A7AF-FA44-A6B9-5D885C3A7403}" destId="{A90332E6-BF4F-CA4A-91DA-44BD7A513B08}" srcOrd="0" destOrd="0" presId="urn:microsoft.com/office/officeart/2005/8/layout/process1"/>
    <dgm:cxn modelId="{97C4946B-17B4-694E-8D1F-8C89CE1D060B}" type="presOf" srcId="{C4601FF9-375E-6147-BDFB-09C14FB82294}" destId="{147E8016-99AA-4D45-AF8A-A5325552E540}" srcOrd="1" destOrd="0" presId="urn:microsoft.com/office/officeart/2005/8/layout/process1"/>
    <dgm:cxn modelId="{90DB8073-88F1-B44D-8293-3CC05637B40C}" srcId="{B6AF918F-5687-154D-BE72-2E9A4388AFA6}" destId="{4F296901-451D-E344-86DA-CCAF8CD66853}" srcOrd="3" destOrd="0" parTransId="{80E302B2-03F4-CC4E-A5C4-78C257D0E90A}" sibTransId="{EDA5133B-4228-FE48-9D06-F5EA35E6F1BB}"/>
    <dgm:cxn modelId="{C7839482-5565-684E-BC1C-188E5B342D38}" type="presOf" srcId="{393B3A94-E1D4-D94A-951D-1A572D7CBFB2}" destId="{50B52D17-4428-D24D-A528-1E9934EB10FC}" srcOrd="1" destOrd="0" presId="urn:microsoft.com/office/officeart/2005/8/layout/process1"/>
    <dgm:cxn modelId="{33118E97-754C-3E40-859F-BFD539B2EF80}" srcId="{B6AF918F-5687-154D-BE72-2E9A4388AFA6}" destId="{9FA9EAE8-2334-6C4A-811D-900185453327}" srcOrd="1" destOrd="0" parTransId="{22BB3609-B225-B441-9FF8-FCDD67B7B692}" sibTransId="{C4601FF9-375E-6147-BDFB-09C14FB82294}"/>
    <dgm:cxn modelId="{6AA11AA8-E087-BC44-A129-53045AA95B53}" type="presOf" srcId="{393B3A94-E1D4-D94A-951D-1A572D7CBFB2}" destId="{0F408BD9-7B15-2941-A02A-EB2A2D911F33}" srcOrd="0" destOrd="0" presId="urn:microsoft.com/office/officeart/2005/8/layout/process1"/>
    <dgm:cxn modelId="{1FF27FBB-A867-A54E-AC52-8B6B1580B579}" type="presOf" srcId="{9FA9EAE8-2334-6C4A-811D-900185453327}" destId="{4215045C-B9C9-3E4E-A5CB-D1FD44AF008D}" srcOrd="0" destOrd="0" presId="urn:microsoft.com/office/officeart/2005/8/layout/process1"/>
    <dgm:cxn modelId="{740748C6-8ADB-9A49-9C42-8A5E4D8CFAFF}" type="presOf" srcId="{A132CC3A-4735-C94C-9C2D-8096192350A1}" destId="{ACF4D8A6-1194-8A43-AD06-35E860F4354F}" srcOrd="0" destOrd="0" presId="urn:microsoft.com/office/officeart/2005/8/layout/process1"/>
    <dgm:cxn modelId="{EA6DFFD0-2AA4-5849-B3CA-79E53EE1E7DD}" srcId="{B6AF918F-5687-154D-BE72-2E9A4388AFA6}" destId="{7B7F77FC-A7AF-FA44-A6B9-5D885C3A7403}" srcOrd="2" destOrd="0" parTransId="{1EBB1A3F-F511-CB49-A8E2-0A609D6904FA}" sibTransId="{393B3A94-E1D4-D94A-951D-1A572D7CBFB2}"/>
    <dgm:cxn modelId="{661819CE-254C-5549-8AE4-EB4513876405}" type="presParOf" srcId="{5950EE7E-CAE2-C74D-9845-81FD91253C5E}" destId="{ACF4D8A6-1194-8A43-AD06-35E860F4354F}" srcOrd="0" destOrd="0" presId="urn:microsoft.com/office/officeart/2005/8/layout/process1"/>
    <dgm:cxn modelId="{F5F9037E-DBE8-AA45-9DF0-93FEEE122FC3}" type="presParOf" srcId="{5950EE7E-CAE2-C74D-9845-81FD91253C5E}" destId="{0DACC602-A34F-514F-AF69-337887E7A871}" srcOrd="1" destOrd="0" presId="urn:microsoft.com/office/officeart/2005/8/layout/process1"/>
    <dgm:cxn modelId="{09C4AD53-62E2-9243-82DA-1552AEEC385C}" type="presParOf" srcId="{0DACC602-A34F-514F-AF69-337887E7A871}" destId="{70712A10-A4F1-214C-BA6C-4C9503CE3F30}" srcOrd="0" destOrd="0" presId="urn:microsoft.com/office/officeart/2005/8/layout/process1"/>
    <dgm:cxn modelId="{473424CE-A4D1-7940-B26D-2B4CF83BC893}" type="presParOf" srcId="{5950EE7E-CAE2-C74D-9845-81FD91253C5E}" destId="{4215045C-B9C9-3E4E-A5CB-D1FD44AF008D}" srcOrd="2" destOrd="0" presId="urn:microsoft.com/office/officeart/2005/8/layout/process1"/>
    <dgm:cxn modelId="{EE691E42-DFFC-FB41-87DC-38DF573CD91B}" type="presParOf" srcId="{5950EE7E-CAE2-C74D-9845-81FD91253C5E}" destId="{AD69FB31-8070-4A4C-9212-EAE9ADF77E53}" srcOrd="3" destOrd="0" presId="urn:microsoft.com/office/officeart/2005/8/layout/process1"/>
    <dgm:cxn modelId="{E0CDCBA5-6E0B-6849-AD23-EDCCDA5053F9}" type="presParOf" srcId="{AD69FB31-8070-4A4C-9212-EAE9ADF77E53}" destId="{147E8016-99AA-4D45-AF8A-A5325552E540}" srcOrd="0" destOrd="0" presId="urn:microsoft.com/office/officeart/2005/8/layout/process1"/>
    <dgm:cxn modelId="{340F4C0B-A401-954E-8E64-B106C96EF293}" type="presParOf" srcId="{5950EE7E-CAE2-C74D-9845-81FD91253C5E}" destId="{A90332E6-BF4F-CA4A-91DA-44BD7A513B08}" srcOrd="4" destOrd="0" presId="urn:microsoft.com/office/officeart/2005/8/layout/process1"/>
    <dgm:cxn modelId="{59E73D36-2ACD-8046-82F3-8AC365227213}" type="presParOf" srcId="{5950EE7E-CAE2-C74D-9845-81FD91253C5E}" destId="{0F408BD9-7B15-2941-A02A-EB2A2D911F33}" srcOrd="5" destOrd="0" presId="urn:microsoft.com/office/officeart/2005/8/layout/process1"/>
    <dgm:cxn modelId="{C1997C3E-D749-A24C-811C-5DFDD74F5C3F}" type="presParOf" srcId="{0F408BD9-7B15-2941-A02A-EB2A2D911F33}" destId="{50B52D17-4428-D24D-A528-1E9934EB10FC}" srcOrd="0" destOrd="0" presId="urn:microsoft.com/office/officeart/2005/8/layout/process1"/>
    <dgm:cxn modelId="{B2E29F61-BBEA-0347-A236-5AB7AFE7140D}" type="presParOf" srcId="{5950EE7E-CAE2-C74D-9845-81FD91253C5E}" destId="{213AA292-2C7F-5F4B-8A52-FD7FF0C0AC0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262E9C-664C-FF49-B4DC-6E485C648464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56DF5175-6D00-BF40-9F10-61B84B06F4E5}">
      <dgm:prSet phldrT="[Text]"/>
      <dgm:spPr/>
      <dgm:t>
        <a:bodyPr/>
        <a:lstStyle/>
        <a:p>
          <a:r>
            <a:rPr lang="en-US" baseline="0" dirty="0"/>
            <a:t>precept</a:t>
          </a:r>
          <a:endParaRPr lang="en-US" dirty="0"/>
        </a:p>
      </dgm:t>
    </dgm:pt>
    <dgm:pt modelId="{6BB6A624-36F6-A74B-A676-A31231F8B7A0}" type="parTrans" cxnId="{021A8F31-7C90-6C4E-BE12-0B073E6F49CB}">
      <dgm:prSet/>
      <dgm:spPr/>
      <dgm:t>
        <a:bodyPr/>
        <a:lstStyle/>
        <a:p>
          <a:endParaRPr lang="en-US"/>
        </a:p>
      </dgm:t>
    </dgm:pt>
    <dgm:pt modelId="{AA12AA3C-D1CC-1E40-B241-08790EE0B12F}" type="sibTrans" cxnId="{021A8F31-7C90-6C4E-BE12-0B073E6F49CB}">
      <dgm:prSet/>
      <dgm:spPr/>
      <dgm:t>
        <a:bodyPr/>
        <a:lstStyle/>
        <a:p>
          <a:endParaRPr lang="en-US"/>
        </a:p>
      </dgm:t>
    </dgm:pt>
    <dgm:pt modelId="{47F17150-9788-FF4F-93AA-D7B3C4D734E6}">
      <dgm:prSet phldrT="[Text]"/>
      <dgm:spPr/>
      <dgm:t>
        <a:bodyPr/>
        <a:lstStyle/>
        <a:p>
          <a:r>
            <a:rPr lang="en-US" dirty="0"/>
            <a:t>complete </a:t>
          </a:r>
          <a:r>
            <a:rPr lang="en-US" dirty="0" err="1"/>
            <a:t>pset</a:t>
          </a:r>
          <a:endParaRPr lang="en-US" dirty="0"/>
        </a:p>
      </dgm:t>
    </dgm:pt>
    <dgm:pt modelId="{7DA8D4C2-88A2-7A4E-AF97-0EFDCBBF422E}" type="parTrans" cxnId="{B0C7C096-1E80-1345-A5E6-B6CECAE2BBF2}">
      <dgm:prSet/>
      <dgm:spPr/>
      <dgm:t>
        <a:bodyPr/>
        <a:lstStyle/>
        <a:p>
          <a:endParaRPr lang="en-US"/>
        </a:p>
      </dgm:t>
    </dgm:pt>
    <dgm:pt modelId="{B3653F84-95BA-DC40-B7D2-50BCF9EB9B4B}" type="sibTrans" cxnId="{B0C7C096-1E80-1345-A5E6-B6CECAE2BBF2}">
      <dgm:prSet/>
      <dgm:spPr/>
      <dgm:t>
        <a:bodyPr/>
        <a:lstStyle/>
        <a:p>
          <a:endParaRPr lang="en-US"/>
        </a:p>
      </dgm:t>
    </dgm:pt>
    <dgm:pt modelId="{998F08F8-0A71-7B42-8A86-5942E04E9801}">
      <dgm:prSet/>
      <dgm:spPr/>
      <dgm:t>
        <a:bodyPr/>
        <a:lstStyle/>
        <a:p>
          <a:r>
            <a:rPr lang="en-US" dirty="0"/>
            <a:t>read over </a:t>
          </a:r>
          <a:r>
            <a:rPr lang="en-US" dirty="0" err="1"/>
            <a:t>pset</a:t>
          </a:r>
          <a:endParaRPr lang="en-US" dirty="0"/>
        </a:p>
      </dgm:t>
    </dgm:pt>
    <dgm:pt modelId="{030A6FB4-1DDD-264E-873A-B885FB34931E}" type="parTrans" cxnId="{28B50D34-207E-D548-856A-AEB95BB56309}">
      <dgm:prSet/>
      <dgm:spPr/>
      <dgm:t>
        <a:bodyPr/>
        <a:lstStyle/>
        <a:p>
          <a:endParaRPr lang="en-US"/>
        </a:p>
      </dgm:t>
    </dgm:pt>
    <dgm:pt modelId="{80903140-58BB-AB49-B226-97AA50008D61}" type="sibTrans" cxnId="{28B50D34-207E-D548-856A-AEB95BB56309}">
      <dgm:prSet/>
      <dgm:spPr/>
      <dgm:t>
        <a:bodyPr/>
        <a:lstStyle/>
        <a:p>
          <a:endParaRPr lang="en-US"/>
        </a:p>
      </dgm:t>
    </dgm:pt>
    <dgm:pt modelId="{25808C4F-CC0C-3840-A70F-0A8D095D37E7}">
      <dgm:prSet/>
      <dgm:spPr/>
      <dgm:t>
        <a:bodyPr/>
        <a:lstStyle/>
        <a:p>
          <a:r>
            <a:rPr lang="en-US" dirty="0"/>
            <a:t>lecture</a:t>
          </a:r>
        </a:p>
      </dgm:t>
    </dgm:pt>
    <dgm:pt modelId="{C89A11EE-10C0-2A48-9AF3-B57C1519C431}" type="parTrans" cxnId="{CDD48B78-4937-B540-9D43-613344099FCF}">
      <dgm:prSet/>
      <dgm:spPr/>
      <dgm:t>
        <a:bodyPr/>
        <a:lstStyle/>
        <a:p>
          <a:endParaRPr lang="en-US"/>
        </a:p>
      </dgm:t>
    </dgm:pt>
    <dgm:pt modelId="{0D2EB9DE-7432-BF4C-A3B4-F4DC4732C0CC}" type="sibTrans" cxnId="{CDD48B78-4937-B540-9D43-613344099FCF}">
      <dgm:prSet/>
      <dgm:spPr/>
      <dgm:t>
        <a:bodyPr/>
        <a:lstStyle/>
        <a:p>
          <a:endParaRPr lang="en-US"/>
        </a:p>
      </dgm:t>
    </dgm:pt>
    <dgm:pt modelId="{866105D6-9CEB-4D4C-80FD-B7451AE6C346}">
      <dgm:prSet/>
      <dgm:spPr/>
      <dgm:t>
        <a:bodyPr/>
        <a:lstStyle/>
        <a:p>
          <a:r>
            <a:rPr lang="en-US" dirty="0"/>
            <a:t>read textbook</a:t>
          </a:r>
        </a:p>
      </dgm:t>
    </dgm:pt>
    <dgm:pt modelId="{0DD08786-F5A9-0C41-91C9-1E3FCCB21618}" type="parTrans" cxnId="{3440AD94-C19F-504A-88BE-16420A1855BE}">
      <dgm:prSet/>
      <dgm:spPr/>
      <dgm:t>
        <a:bodyPr/>
        <a:lstStyle/>
        <a:p>
          <a:endParaRPr lang="en-US"/>
        </a:p>
      </dgm:t>
    </dgm:pt>
    <dgm:pt modelId="{CB78E229-7FF0-5045-88AB-675C378DDDB1}" type="sibTrans" cxnId="{3440AD94-C19F-504A-88BE-16420A1855BE}">
      <dgm:prSet/>
      <dgm:spPr/>
      <dgm:t>
        <a:bodyPr/>
        <a:lstStyle/>
        <a:p>
          <a:endParaRPr lang="en-US"/>
        </a:p>
      </dgm:t>
    </dgm:pt>
    <dgm:pt modelId="{ECE2A1CF-B3DA-264B-9D59-B8D1B992AD99}" type="pres">
      <dgm:prSet presAssocID="{74262E9C-664C-FF49-B4DC-6E485C648464}" presName="Name0" presStyleCnt="0">
        <dgm:presLayoutVars>
          <dgm:dir/>
          <dgm:resizeHandles val="exact"/>
        </dgm:presLayoutVars>
      </dgm:prSet>
      <dgm:spPr/>
    </dgm:pt>
    <dgm:pt modelId="{423BBD21-BF8A-BC44-A77E-15A7B55D4E0F}" type="pres">
      <dgm:prSet presAssocID="{998F08F8-0A71-7B42-8A86-5942E04E9801}" presName="node" presStyleLbl="node1" presStyleIdx="0" presStyleCnt="5">
        <dgm:presLayoutVars>
          <dgm:bulletEnabled val="1"/>
        </dgm:presLayoutVars>
      </dgm:prSet>
      <dgm:spPr/>
    </dgm:pt>
    <dgm:pt modelId="{BEC82B9C-5E38-714D-A35A-EB308A4D2946}" type="pres">
      <dgm:prSet presAssocID="{80903140-58BB-AB49-B226-97AA50008D61}" presName="sibTrans" presStyleLbl="sibTrans2D1" presStyleIdx="0" presStyleCnt="4"/>
      <dgm:spPr/>
    </dgm:pt>
    <dgm:pt modelId="{CF2348F5-EE40-DD44-A748-FA4E2D89DF83}" type="pres">
      <dgm:prSet presAssocID="{80903140-58BB-AB49-B226-97AA50008D61}" presName="connectorText" presStyleLbl="sibTrans2D1" presStyleIdx="0" presStyleCnt="4"/>
      <dgm:spPr/>
    </dgm:pt>
    <dgm:pt modelId="{33103DFD-6117-8443-AB6F-85D06A2C8181}" type="pres">
      <dgm:prSet presAssocID="{866105D6-9CEB-4D4C-80FD-B7451AE6C346}" presName="node" presStyleLbl="node1" presStyleIdx="1" presStyleCnt="5">
        <dgm:presLayoutVars>
          <dgm:bulletEnabled val="1"/>
        </dgm:presLayoutVars>
      </dgm:prSet>
      <dgm:spPr/>
    </dgm:pt>
    <dgm:pt modelId="{AD77F081-E2C7-F54F-8DE8-B8874B4BBF68}" type="pres">
      <dgm:prSet presAssocID="{CB78E229-7FF0-5045-88AB-675C378DDDB1}" presName="sibTrans" presStyleLbl="sibTrans2D1" presStyleIdx="1" presStyleCnt="4"/>
      <dgm:spPr/>
    </dgm:pt>
    <dgm:pt modelId="{BF43FD57-F58F-C640-A981-EA6806023D2A}" type="pres">
      <dgm:prSet presAssocID="{CB78E229-7FF0-5045-88AB-675C378DDDB1}" presName="connectorText" presStyleLbl="sibTrans2D1" presStyleIdx="1" presStyleCnt="4"/>
      <dgm:spPr/>
    </dgm:pt>
    <dgm:pt modelId="{EBE8B925-40B4-534B-923C-9C5D054E795A}" type="pres">
      <dgm:prSet presAssocID="{25808C4F-CC0C-3840-A70F-0A8D095D37E7}" presName="node" presStyleLbl="node1" presStyleIdx="2" presStyleCnt="5">
        <dgm:presLayoutVars>
          <dgm:bulletEnabled val="1"/>
        </dgm:presLayoutVars>
      </dgm:prSet>
      <dgm:spPr/>
    </dgm:pt>
    <dgm:pt modelId="{DA88B8F0-0BC5-E14B-900F-A401047A54C6}" type="pres">
      <dgm:prSet presAssocID="{0D2EB9DE-7432-BF4C-A3B4-F4DC4732C0CC}" presName="sibTrans" presStyleLbl="sibTrans2D1" presStyleIdx="2" presStyleCnt="4"/>
      <dgm:spPr/>
    </dgm:pt>
    <dgm:pt modelId="{38BF88EE-9F15-5644-9BDD-086DE25C2FD7}" type="pres">
      <dgm:prSet presAssocID="{0D2EB9DE-7432-BF4C-A3B4-F4DC4732C0CC}" presName="connectorText" presStyleLbl="sibTrans2D1" presStyleIdx="2" presStyleCnt="4"/>
      <dgm:spPr/>
    </dgm:pt>
    <dgm:pt modelId="{6D4E698C-4D13-2942-9FE1-291E60EF87FA}" type="pres">
      <dgm:prSet presAssocID="{56DF5175-6D00-BF40-9F10-61B84B06F4E5}" presName="node" presStyleLbl="node1" presStyleIdx="3" presStyleCnt="5">
        <dgm:presLayoutVars>
          <dgm:bulletEnabled val="1"/>
        </dgm:presLayoutVars>
      </dgm:prSet>
      <dgm:spPr/>
    </dgm:pt>
    <dgm:pt modelId="{EDE75EB8-CCDB-5147-9273-6BE11318EE57}" type="pres">
      <dgm:prSet presAssocID="{AA12AA3C-D1CC-1E40-B241-08790EE0B12F}" presName="sibTrans" presStyleLbl="sibTrans2D1" presStyleIdx="3" presStyleCnt="4"/>
      <dgm:spPr/>
    </dgm:pt>
    <dgm:pt modelId="{58EB5619-B016-BD4C-B571-4C9F7115D560}" type="pres">
      <dgm:prSet presAssocID="{AA12AA3C-D1CC-1E40-B241-08790EE0B12F}" presName="connectorText" presStyleLbl="sibTrans2D1" presStyleIdx="3" presStyleCnt="4"/>
      <dgm:spPr/>
    </dgm:pt>
    <dgm:pt modelId="{BF903639-ADAA-BD4F-A8CD-4F86E5FE5275}" type="pres">
      <dgm:prSet presAssocID="{47F17150-9788-FF4F-93AA-D7B3C4D734E6}" presName="node" presStyleLbl="node1" presStyleIdx="4" presStyleCnt="5">
        <dgm:presLayoutVars>
          <dgm:bulletEnabled val="1"/>
        </dgm:presLayoutVars>
      </dgm:prSet>
      <dgm:spPr/>
    </dgm:pt>
  </dgm:ptLst>
  <dgm:cxnLst>
    <dgm:cxn modelId="{A25C8F01-DE54-554A-88B2-7C145077F813}" type="presOf" srcId="{47F17150-9788-FF4F-93AA-D7B3C4D734E6}" destId="{BF903639-ADAA-BD4F-A8CD-4F86E5FE5275}" srcOrd="0" destOrd="0" presId="urn:microsoft.com/office/officeart/2005/8/layout/process1"/>
    <dgm:cxn modelId="{0B44C11E-8010-0A4C-92EA-1990BB0F5A16}" type="presOf" srcId="{74262E9C-664C-FF49-B4DC-6E485C648464}" destId="{ECE2A1CF-B3DA-264B-9D59-B8D1B992AD99}" srcOrd="0" destOrd="0" presId="urn:microsoft.com/office/officeart/2005/8/layout/process1"/>
    <dgm:cxn modelId="{4277A022-104B-7144-8B44-FE663EFD3777}" type="presOf" srcId="{80903140-58BB-AB49-B226-97AA50008D61}" destId="{BEC82B9C-5E38-714D-A35A-EB308A4D2946}" srcOrd="0" destOrd="0" presId="urn:microsoft.com/office/officeart/2005/8/layout/process1"/>
    <dgm:cxn modelId="{021A8F31-7C90-6C4E-BE12-0B073E6F49CB}" srcId="{74262E9C-664C-FF49-B4DC-6E485C648464}" destId="{56DF5175-6D00-BF40-9F10-61B84B06F4E5}" srcOrd="3" destOrd="0" parTransId="{6BB6A624-36F6-A74B-A676-A31231F8B7A0}" sibTransId="{AA12AA3C-D1CC-1E40-B241-08790EE0B12F}"/>
    <dgm:cxn modelId="{1A4E2A33-156E-534C-AA7C-E24E9B5D88F2}" type="presOf" srcId="{CB78E229-7FF0-5045-88AB-675C378DDDB1}" destId="{AD77F081-E2C7-F54F-8DE8-B8874B4BBF68}" srcOrd="0" destOrd="0" presId="urn:microsoft.com/office/officeart/2005/8/layout/process1"/>
    <dgm:cxn modelId="{28B50D34-207E-D548-856A-AEB95BB56309}" srcId="{74262E9C-664C-FF49-B4DC-6E485C648464}" destId="{998F08F8-0A71-7B42-8A86-5942E04E9801}" srcOrd="0" destOrd="0" parTransId="{030A6FB4-1DDD-264E-873A-B885FB34931E}" sibTransId="{80903140-58BB-AB49-B226-97AA50008D61}"/>
    <dgm:cxn modelId="{480CAC52-E3AE-4D45-9ECA-4C2E5BF775BB}" type="presOf" srcId="{CB78E229-7FF0-5045-88AB-675C378DDDB1}" destId="{BF43FD57-F58F-C640-A981-EA6806023D2A}" srcOrd="1" destOrd="0" presId="urn:microsoft.com/office/officeart/2005/8/layout/process1"/>
    <dgm:cxn modelId="{A592B05A-D231-D74E-A4ED-CD232A22A6BE}" type="presOf" srcId="{0D2EB9DE-7432-BF4C-A3B4-F4DC4732C0CC}" destId="{DA88B8F0-0BC5-E14B-900F-A401047A54C6}" srcOrd="0" destOrd="0" presId="urn:microsoft.com/office/officeart/2005/8/layout/process1"/>
    <dgm:cxn modelId="{503F885D-2447-4249-8C49-1FACA02E420C}" type="presOf" srcId="{80903140-58BB-AB49-B226-97AA50008D61}" destId="{CF2348F5-EE40-DD44-A748-FA4E2D89DF83}" srcOrd="1" destOrd="0" presId="urn:microsoft.com/office/officeart/2005/8/layout/process1"/>
    <dgm:cxn modelId="{3F66A765-3F83-0B4C-84DE-E95D7D7299CE}" type="presOf" srcId="{0D2EB9DE-7432-BF4C-A3B4-F4DC4732C0CC}" destId="{38BF88EE-9F15-5644-9BDD-086DE25C2FD7}" srcOrd="1" destOrd="0" presId="urn:microsoft.com/office/officeart/2005/8/layout/process1"/>
    <dgm:cxn modelId="{B8949473-E967-DE41-92CC-876E26692F1F}" type="presOf" srcId="{866105D6-9CEB-4D4C-80FD-B7451AE6C346}" destId="{33103DFD-6117-8443-AB6F-85D06A2C8181}" srcOrd="0" destOrd="0" presId="urn:microsoft.com/office/officeart/2005/8/layout/process1"/>
    <dgm:cxn modelId="{CDD48B78-4937-B540-9D43-613344099FCF}" srcId="{74262E9C-664C-FF49-B4DC-6E485C648464}" destId="{25808C4F-CC0C-3840-A70F-0A8D095D37E7}" srcOrd="2" destOrd="0" parTransId="{C89A11EE-10C0-2A48-9AF3-B57C1519C431}" sibTransId="{0D2EB9DE-7432-BF4C-A3B4-F4DC4732C0CC}"/>
    <dgm:cxn modelId="{95FE308E-3C57-3A45-BFBA-AAFA101292DF}" type="presOf" srcId="{25808C4F-CC0C-3840-A70F-0A8D095D37E7}" destId="{EBE8B925-40B4-534B-923C-9C5D054E795A}" srcOrd="0" destOrd="0" presId="urn:microsoft.com/office/officeart/2005/8/layout/process1"/>
    <dgm:cxn modelId="{4FCAA393-E388-8D48-BA38-4A225262494E}" type="presOf" srcId="{AA12AA3C-D1CC-1E40-B241-08790EE0B12F}" destId="{EDE75EB8-CCDB-5147-9273-6BE11318EE57}" srcOrd="0" destOrd="0" presId="urn:microsoft.com/office/officeart/2005/8/layout/process1"/>
    <dgm:cxn modelId="{3440AD94-C19F-504A-88BE-16420A1855BE}" srcId="{74262E9C-664C-FF49-B4DC-6E485C648464}" destId="{866105D6-9CEB-4D4C-80FD-B7451AE6C346}" srcOrd="1" destOrd="0" parTransId="{0DD08786-F5A9-0C41-91C9-1E3FCCB21618}" sibTransId="{CB78E229-7FF0-5045-88AB-675C378DDDB1}"/>
    <dgm:cxn modelId="{B0C7C096-1E80-1345-A5E6-B6CECAE2BBF2}" srcId="{74262E9C-664C-FF49-B4DC-6E485C648464}" destId="{47F17150-9788-FF4F-93AA-D7B3C4D734E6}" srcOrd="4" destOrd="0" parTransId="{7DA8D4C2-88A2-7A4E-AF97-0EFDCBBF422E}" sibTransId="{B3653F84-95BA-DC40-B7D2-50BCF9EB9B4B}"/>
    <dgm:cxn modelId="{0F35D299-3367-A44B-B400-CF12F4B577DF}" type="presOf" srcId="{56DF5175-6D00-BF40-9F10-61B84B06F4E5}" destId="{6D4E698C-4D13-2942-9FE1-291E60EF87FA}" srcOrd="0" destOrd="0" presId="urn:microsoft.com/office/officeart/2005/8/layout/process1"/>
    <dgm:cxn modelId="{F9541EC9-E6B1-9347-94AE-83D0903673E6}" type="presOf" srcId="{AA12AA3C-D1CC-1E40-B241-08790EE0B12F}" destId="{58EB5619-B016-BD4C-B571-4C9F7115D560}" srcOrd="1" destOrd="0" presId="urn:microsoft.com/office/officeart/2005/8/layout/process1"/>
    <dgm:cxn modelId="{CFC6F8CB-6695-1D4D-A91F-17FB067AD283}" type="presOf" srcId="{998F08F8-0A71-7B42-8A86-5942E04E9801}" destId="{423BBD21-BF8A-BC44-A77E-15A7B55D4E0F}" srcOrd="0" destOrd="0" presId="urn:microsoft.com/office/officeart/2005/8/layout/process1"/>
    <dgm:cxn modelId="{F20637EB-E18F-2543-BC75-7EA909EC0D87}" type="presParOf" srcId="{ECE2A1CF-B3DA-264B-9D59-B8D1B992AD99}" destId="{423BBD21-BF8A-BC44-A77E-15A7B55D4E0F}" srcOrd="0" destOrd="0" presId="urn:microsoft.com/office/officeart/2005/8/layout/process1"/>
    <dgm:cxn modelId="{C770F3E1-F61D-7E44-B4AD-3C64FDF861E0}" type="presParOf" srcId="{ECE2A1CF-B3DA-264B-9D59-B8D1B992AD99}" destId="{BEC82B9C-5E38-714D-A35A-EB308A4D2946}" srcOrd="1" destOrd="0" presId="urn:microsoft.com/office/officeart/2005/8/layout/process1"/>
    <dgm:cxn modelId="{1064762C-C10B-8946-BCF5-2A6E10644F2D}" type="presParOf" srcId="{BEC82B9C-5E38-714D-A35A-EB308A4D2946}" destId="{CF2348F5-EE40-DD44-A748-FA4E2D89DF83}" srcOrd="0" destOrd="0" presId="urn:microsoft.com/office/officeart/2005/8/layout/process1"/>
    <dgm:cxn modelId="{E74E5979-B418-C846-B6F5-967D18EB1F83}" type="presParOf" srcId="{ECE2A1CF-B3DA-264B-9D59-B8D1B992AD99}" destId="{33103DFD-6117-8443-AB6F-85D06A2C8181}" srcOrd="2" destOrd="0" presId="urn:microsoft.com/office/officeart/2005/8/layout/process1"/>
    <dgm:cxn modelId="{6E8A06B0-41D9-044A-B9B0-71C22B26D751}" type="presParOf" srcId="{ECE2A1CF-B3DA-264B-9D59-B8D1B992AD99}" destId="{AD77F081-E2C7-F54F-8DE8-B8874B4BBF68}" srcOrd="3" destOrd="0" presId="urn:microsoft.com/office/officeart/2005/8/layout/process1"/>
    <dgm:cxn modelId="{BD44A158-0A66-0340-B982-B0956E273154}" type="presParOf" srcId="{AD77F081-E2C7-F54F-8DE8-B8874B4BBF68}" destId="{BF43FD57-F58F-C640-A981-EA6806023D2A}" srcOrd="0" destOrd="0" presId="urn:microsoft.com/office/officeart/2005/8/layout/process1"/>
    <dgm:cxn modelId="{ED05138B-520D-D442-97FE-2100CF110852}" type="presParOf" srcId="{ECE2A1CF-B3DA-264B-9D59-B8D1B992AD99}" destId="{EBE8B925-40B4-534B-923C-9C5D054E795A}" srcOrd="4" destOrd="0" presId="urn:microsoft.com/office/officeart/2005/8/layout/process1"/>
    <dgm:cxn modelId="{FBCD7619-0510-BB4C-A5E9-126BBADD55CE}" type="presParOf" srcId="{ECE2A1CF-B3DA-264B-9D59-B8D1B992AD99}" destId="{DA88B8F0-0BC5-E14B-900F-A401047A54C6}" srcOrd="5" destOrd="0" presId="urn:microsoft.com/office/officeart/2005/8/layout/process1"/>
    <dgm:cxn modelId="{71499271-A0E1-ED42-865D-C9E70880FCB7}" type="presParOf" srcId="{DA88B8F0-0BC5-E14B-900F-A401047A54C6}" destId="{38BF88EE-9F15-5644-9BDD-086DE25C2FD7}" srcOrd="0" destOrd="0" presId="urn:microsoft.com/office/officeart/2005/8/layout/process1"/>
    <dgm:cxn modelId="{EB9A284C-EA06-754F-8C09-E011E44E47A6}" type="presParOf" srcId="{ECE2A1CF-B3DA-264B-9D59-B8D1B992AD99}" destId="{6D4E698C-4D13-2942-9FE1-291E60EF87FA}" srcOrd="6" destOrd="0" presId="urn:microsoft.com/office/officeart/2005/8/layout/process1"/>
    <dgm:cxn modelId="{DB012B21-76C4-9C44-A3E3-3197CE3D5BB9}" type="presParOf" srcId="{ECE2A1CF-B3DA-264B-9D59-B8D1B992AD99}" destId="{EDE75EB8-CCDB-5147-9273-6BE11318EE57}" srcOrd="7" destOrd="0" presId="urn:microsoft.com/office/officeart/2005/8/layout/process1"/>
    <dgm:cxn modelId="{67258605-64F4-5E4A-A349-A033058A7828}" type="presParOf" srcId="{EDE75EB8-CCDB-5147-9273-6BE11318EE57}" destId="{58EB5619-B016-BD4C-B571-4C9F7115D560}" srcOrd="0" destOrd="0" presId="urn:microsoft.com/office/officeart/2005/8/layout/process1"/>
    <dgm:cxn modelId="{534B2B51-F41A-0E48-B6EE-1AB889D37C60}" type="presParOf" srcId="{ECE2A1CF-B3DA-264B-9D59-B8D1B992AD99}" destId="{BF903639-ADAA-BD4F-A8CD-4F86E5FE527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3637AE-61F1-413A-B287-5B3302C8A9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700F3684-E4CD-41B6-972D-489B33E30B3F}">
      <dgm:prSet/>
      <dgm:spPr/>
      <dgm:t>
        <a:bodyPr/>
        <a:lstStyle/>
        <a:p>
          <a:r>
            <a:rPr lang="en-US" dirty="0"/>
            <a:t>Get better at producing </a:t>
          </a:r>
          <a:r>
            <a:rPr lang="en-US" u="sng" dirty="0"/>
            <a:t>good</a:t>
          </a:r>
          <a:r>
            <a:rPr lang="en-US" dirty="0"/>
            <a:t> arguments</a:t>
          </a:r>
        </a:p>
      </dgm:t>
    </dgm:pt>
    <dgm:pt modelId="{67F38646-4E92-4A4C-A64A-90B4B67B0431}" type="parTrans" cxnId="{5117EFC2-3D38-4C4D-83D9-56C8A3B0F405}">
      <dgm:prSet/>
      <dgm:spPr/>
      <dgm:t>
        <a:bodyPr/>
        <a:lstStyle/>
        <a:p>
          <a:endParaRPr lang="en-US"/>
        </a:p>
      </dgm:t>
    </dgm:pt>
    <dgm:pt modelId="{555955C6-9361-4A1A-A498-9774A1A91EF2}" type="sibTrans" cxnId="{5117EFC2-3D38-4C4D-83D9-56C8A3B0F405}">
      <dgm:prSet/>
      <dgm:spPr/>
      <dgm:t>
        <a:bodyPr/>
        <a:lstStyle/>
        <a:p>
          <a:endParaRPr lang="en-US"/>
        </a:p>
      </dgm:t>
    </dgm:pt>
    <dgm:pt modelId="{78DD12A5-0A39-4607-9149-7A29D61BADE7}">
      <dgm:prSet/>
      <dgm:spPr/>
      <dgm:t>
        <a:bodyPr/>
        <a:lstStyle/>
        <a:p>
          <a:r>
            <a:rPr lang="en-US" dirty="0"/>
            <a:t>Get better at judging whether arguments are good</a:t>
          </a:r>
        </a:p>
      </dgm:t>
    </dgm:pt>
    <dgm:pt modelId="{5835BCEF-06FE-4F76-8097-1B01A687FC14}" type="parTrans" cxnId="{37700099-1699-4234-8AD6-C49AD3B6270D}">
      <dgm:prSet/>
      <dgm:spPr/>
      <dgm:t>
        <a:bodyPr/>
        <a:lstStyle/>
        <a:p>
          <a:endParaRPr lang="en-US"/>
        </a:p>
      </dgm:t>
    </dgm:pt>
    <dgm:pt modelId="{84BAAABF-AD69-4587-9DD1-00E93B63654E}" type="sibTrans" cxnId="{37700099-1699-4234-8AD6-C49AD3B6270D}">
      <dgm:prSet/>
      <dgm:spPr/>
      <dgm:t>
        <a:bodyPr/>
        <a:lstStyle/>
        <a:p>
          <a:endParaRPr lang="en-US"/>
        </a:p>
      </dgm:t>
    </dgm:pt>
    <dgm:pt modelId="{43542F18-5675-47A6-BEEE-6E44CA669674}">
      <dgm:prSet/>
      <dgm:spPr/>
      <dgm:t>
        <a:bodyPr/>
        <a:lstStyle/>
        <a:p>
          <a:r>
            <a:rPr lang="en-US" dirty="0"/>
            <a:t>Get better at convincing yourself (and others) that arguments are not good</a:t>
          </a:r>
        </a:p>
      </dgm:t>
    </dgm:pt>
    <dgm:pt modelId="{BE3FE4CE-E732-4E74-8142-7368218AE99D}" type="parTrans" cxnId="{A00D2F9D-AB5E-4357-9A07-DD89794ECDB0}">
      <dgm:prSet/>
      <dgm:spPr/>
      <dgm:t>
        <a:bodyPr/>
        <a:lstStyle/>
        <a:p>
          <a:endParaRPr lang="en-US"/>
        </a:p>
      </dgm:t>
    </dgm:pt>
    <dgm:pt modelId="{BC8814D2-F902-428F-B1FB-C979DAA29E90}" type="sibTrans" cxnId="{A00D2F9D-AB5E-4357-9A07-DD89794ECDB0}">
      <dgm:prSet/>
      <dgm:spPr/>
      <dgm:t>
        <a:bodyPr/>
        <a:lstStyle/>
        <a:p>
          <a:endParaRPr lang="en-US"/>
        </a:p>
      </dgm:t>
    </dgm:pt>
    <dgm:pt modelId="{88532D1C-9414-4B08-90CB-4BC404169F58}" type="pres">
      <dgm:prSet presAssocID="{CB3637AE-61F1-413A-B287-5B3302C8A98E}" presName="root" presStyleCnt="0">
        <dgm:presLayoutVars>
          <dgm:dir/>
          <dgm:resizeHandles val="exact"/>
        </dgm:presLayoutVars>
      </dgm:prSet>
      <dgm:spPr/>
    </dgm:pt>
    <dgm:pt modelId="{61216945-70E4-4F7A-96DF-4021E12907FC}" type="pres">
      <dgm:prSet presAssocID="{700F3684-E4CD-41B6-972D-489B33E30B3F}" presName="compNode" presStyleCnt="0"/>
      <dgm:spPr/>
    </dgm:pt>
    <dgm:pt modelId="{784DE013-0C53-46E6-9CEA-3E4B1BB2197B}" type="pres">
      <dgm:prSet presAssocID="{700F3684-E4CD-41B6-972D-489B33E30B3F}" presName="bgRect" presStyleLbl="bgShp" presStyleIdx="0" presStyleCnt="3"/>
      <dgm:spPr/>
    </dgm:pt>
    <dgm:pt modelId="{C408181D-0AF8-4E2F-A52C-92960134BC0F}" type="pres">
      <dgm:prSet presAssocID="{700F3684-E4CD-41B6-972D-489B33E30B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DAB8350-6298-4EB6-A58D-D4C5256F43C8}" type="pres">
      <dgm:prSet presAssocID="{700F3684-E4CD-41B6-972D-489B33E30B3F}" presName="spaceRect" presStyleCnt="0"/>
      <dgm:spPr/>
    </dgm:pt>
    <dgm:pt modelId="{50C9D785-579D-48CE-97E5-04C5215D800D}" type="pres">
      <dgm:prSet presAssocID="{700F3684-E4CD-41B6-972D-489B33E30B3F}" presName="parTx" presStyleLbl="revTx" presStyleIdx="0" presStyleCnt="3">
        <dgm:presLayoutVars>
          <dgm:chMax val="0"/>
          <dgm:chPref val="0"/>
        </dgm:presLayoutVars>
      </dgm:prSet>
      <dgm:spPr/>
    </dgm:pt>
    <dgm:pt modelId="{22FA85D1-793A-4368-84CF-31BBD56CA1DC}" type="pres">
      <dgm:prSet presAssocID="{555955C6-9361-4A1A-A498-9774A1A91EF2}" presName="sibTrans" presStyleCnt="0"/>
      <dgm:spPr/>
    </dgm:pt>
    <dgm:pt modelId="{1303E3BB-A8BC-4AF4-AFA4-84364347135C}" type="pres">
      <dgm:prSet presAssocID="{78DD12A5-0A39-4607-9149-7A29D61BADE7}" presName="compNode" presStyleCnt="0"/>
      <dgm:spPr/>
    </dgm:pt>
    <dgm:pt modelId="{0BC6B0D0-C98D-42D4-A971-ECD0A6E11DA6}" type="pres">
      <dgm:prSet presAssocID="{78DD12A5-0A39-4607-9149-7A29D61BADE7}" presName="bgRect" presStyleLbl="bgShp" presStyleIdx="1" presStyleCnt="3"/>
      <dgm:spPr/>
    </dgm:pt>
    <dgm:pt modelId="{1FA050A4-6147-43C4-ADFE-D23DA7252E2F}" type="pres">
      <dgm:prSet presAssocID="{78DD12A5-0A39-4607-9149-7A29D61BAD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B2726F3-9F98-41A7-AFF5-5DE4D9932BE8}" type="pres">
      <dgm:prSet presAssocID="{78DD12A5-0A39-4607-9149-7A29D61BADE7}" presName="spaceRect" presStyleCnt="0"/>
      <dgm:spPr/>
    </dgm:pt>
    <dgm:pt modelId="{FFF58238-A1FE-4BBF-867C-5E4F5D61F47E}" type="pres">
      <dgm:prSet presAssocID="{78DD12A5-0A39-4607-9149-7A29D61BADE7}" presName="parTx" presStyleLbl="revTx" presStyleIdx="1" presStyleCnt="3">
        <dgm:presLayoutVars>
          <dgm:chMax val="0"/>
          <dgm:chPref val="0"/>
        </dgm:presLayoutVars>
      </dgm:prSet>
      <dgm:spPr/>
    </dgm:pt>
    <dgm:pt modelId="{FFE61890-44AF-41B6-8690-0D40578E1C5D}" type="pres">
      <dgm:prSet presAssocID="{84BAAABF-AD69-4587-9DD1-00E93B63654E}" presName="sibTrans" presStyleCnt="0"/>
      <dgm:spPr/>
    </dgm:pt>
    <dgm:pt modelId="{A7180DC2-9D93-437B-83FA-A89DDE9D1C88}" type="pres">
      <dgm:prSet presAssocID="{43542F18-5675-47A6-BEEE-6E44CA669674}" presName="compNode" presStyleCnt="0"/>
      <dgm:spPr/>
    </dgm:pt>
    <dgm:pt modelId="{2490AF25-EDC9-4CEC-9008-0243CE65B420}" type="pres">
      <dgm:prSet presAssocID="{43542F18-5675-47A6-BEEE-6E44CA669674}" presName="bgRect" presStyleLbl="bgShp" presStyleIdx="2" presStyleCnt="3"/>
      <dgm:spPr/>
    </dgm:pt>
    <dgm:pt modelId="{139DC5FF-6280-4537-8E7F-427B403066C0}" type="pres">
      <dgm:prSet presAssocID="{43542F18-5675-47A6-BEEE-6E44CA6696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9369A081-2A24-4C4A-8F7A-3BE8CA050F46}" type="pres">
      <dgm:prSet presAssocID="{43542F18-5675-47A6-BEEE-6E44CA669674}" presName="spaceRect" presStyleCnt="0"/>
      <dgm:spPr/>
    </dgm:pt>
    <dgm:pt modelId="{9D5AF069-F7F6-472F-B250-F321F3A4E9C4}" type="pres">
      <dgm:prSet presAssocID="{43542F18-5675-47A6-BEEE-6E44CA66967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7619F28-2A32-4EEF-99A8-71A7E2DFFC8A}" type="presOf" srcId="{43542F18-5675-47A6-BEEE-6E44CA669674}" destId="{9D5AF069-F7F6-472F-B250-F321F3A4E9C4}" srcOrd="0" destOrd="0" presId="urn:microsoft.com/office/officeart/2018/2/layout/IconVerticalSolidList"/>
    <dgm:cxn modelId="{F1D03677-6F28-4709-977A-398C34F6625F}" type="presOf" srcId="{78DD12A5-0A39-4607-9149-7A29D61BADE7}" destId="{FFF58238-A1FE-4BBF-867C-5E4F5D61F47E}" srcOrd="0" destOrd="0" presId="urn:microsoft.com/office/officeart/2018/2/layout/IconVerticalSolidList"/>
    <dgm:cxn modelId="{FADC1D82-0EBB-421D-B8CD-5038F2FC7599}" type="presOf" srcId="{700F3684-E4CD-41B6-972D-489B33E30B3F}" destId="{50C9D785-579D-48CE-97E5-04C5215D800D}" srcOrd="0" destOrd="0" presId="urn:microsoft.com/office/officeart/2018/2/layout/IconVerticalSolidList"/>
    <dgm:cxn modelId="{EDDC7B95-D86A-4AC1-B00A-4CC863DD689F}" type="presOf" srcId="{CB3637AE-61F1-413A-B287-5B3302C8A98E}" destId="{88532D1C-9414-4B08-90CB-4BC404169F58}" srcOrd="0" destOrd="0" presId="urn:microsoft.com/office/officeart/2018/2/layout/IconVerticalSolidList"/>
    <dgm:cxn modelId="{37700099-1699-4234-8AD6-C49AD3B6270D}" srcId="{CB3637AE-61F1-413A-B287-5B3302C8A98E}" destId="{78DD12A5-0A39-4607-9149-7A29D61BADE7}" srcOrd="1" destOrd="0" parTransId="{5835BCEF-06FE-4F76-8097-1B01A687FC14}" sibTransId="{84BAAABF-AD69-4587-9DD1-00E93B63654E}"/>
    <dgm:cxn modelId="{A00D2F9D-AB5E-4357-9A07-DD89794ECDB0}" srcId="{CB3637AE-61F1-413A-B287-5B3302C8A98E}" destId="{43542F18-5675-47A6-BEEE-6E44CA669674}" srcOrd="2" destOrd="0" parTransId="{BE3FE4CE-E732-4E74-8142-7368218AE99D}" sibTransId="{BC8814D2-F902-428F-B1FB-C979DAA29E90}"/>
    <dgm:cxn modelId="{5117EFC2-3D38-4C4D-83D9-56C8A3B0F405}" srcId="{CB3637AE-61F1-413A-B287-5B3302C8A98E}" destId="{700F3684-E4CD-41B6-972D-489B33E30B3F}" srcOrd="0" destOrd="0" parTransId="{67F38646-4E92-4A4C-A64A-90B4B67B0431}" sibTransId="{555955C6-9361-4A1A-A498-9774A1A91EF2}"/>
    <dgm:cxn modelId="{95A51E80-B119-4821-8FC6-C6DFE874678E}" type="presParOf" srcId="{88532D1C-9414-4B08-90CB-4BC404169F58}" destId="{61216945-70E4-4F7A-96DF-4021E12907FC}" srcOrd="0" destOrd="0" presId="urn:microsoft.com/office/officeart/2018/2/layout/IconVerticalSolidList"/>
    <dgm:cxn modelId="{4A4D89DE-8E91-4005-9F6E-854AB21C670B}" type="presParOf" srcId="{61216945-70E4-4F7A-96DF-4021E12907FC}" destId="{784DE013-0C53-46E6-9CEA-3E4B1BB2197B}" srcOrd="0" destOrd="0" presId="urn:microsoft.com/office/officeart/2018/2/layout/IconVerticalSolidList"/>
    <dgm:cxn modelId="{A8A48155-1BB1-4080-9E79-34EFE95EEC21}" type="presParOf" srcId="{61216945-70E4-4F7A-96DF-4021E12907FC}" destId="{C408181D-0AF8-4E2F-A52C-92960134BC0F}" srcOrd="1" destOrd="0" presId="urn:microsoft.com/office/officeart/2018/2/layout/IconVerticalSolidList"/>
    <dgm:cxn modelId="{5E1BA512-5B4F-40B2-962E-A45094F0B978}" type="presParOf" srcId="{61216945-70E4-4F7A-96DF-4021E12907FC}" destId="{7DAB8350-6298-4EB6-A58D-D4C5256F43C8}" srcOrd="2" destOrd="0" presId="urn:microsoft.com/office/officeart/2018/2/layout/IconVerticalSolidList"/>
    <dgm:cxn modelId="{D79CAE65-EB3D-4FB6-A54D-0D17355FBFF9}" type="presParOf" srcId="{61216945-70E4-4F7A-96DF-4021E12907FC}" destId="{50C9D785-579D-48CE-97E5-04C5215D800D}" srcOrd="3" destOrd="0" presId="urn:microsoft.com/office/officeart/2018/2/layout/IconVerticalSolidList"/>
    <dgm:cxn modelId="{2480346D-2917-42F4-BE90-8B5A27E1222C}" type="presParOf" srcId="{88532D1C-9414-4B08-90CB-4BC404169F58}" destId="{22FA85D1-793A-4368-84CF-31BBD56CA1DC}" srcOrd="1" destOrd="0" presId="urn:microsoft.com/office/officeart/2018/2/layout/IconVerticalSolidList"/>
    <dgm:cxn modelId="{823CF579-246E-4AD3-8580-00410556FF86}" type="presParOf" srcId="{88532D1C-9414-4B08-90CB-4BC404169F58}" destId="{1303E3BB-A8BC-4AF4-AFA4-84364347135C}" srcOrd="2" destOrd="0" presId="urn:microsoft.com/office/officeart/2018/2/layout/IconVerticalSolidList"/>
    <dgm:cxn modelId="{E08181A6-6E99-49A1-A735-37F45DE95D31}" type="presParOf" srcId="{1303E3BB-A8BC-4AF4-AFA4-84364347135C}" destId="{0BC6B0D0-C98D-42D4-A971-ECD0A6E11DA6}" srcOrd="0" destOrd="0" presId="urn:microsoft.com/office/officeart/2018/2/layout/IconVerticalSolidList"/>
    <dgm:cxn modelId="{79A8CDAA-A40A-4F52-99B1-FD0523E75953}" type="presParOf" srcId="{1303E3BB-A8BC-4AF4-AFA4-84364347135C}" destId="{1FA050A4-6147-43C4-ADFE-D23DA7252E2F}" srcOrd="1" destOrd="0" presId="urn:microsoft.com/office/officeart/2018/2/layout/IconVerticalSolidList"/>
    <dgm:cxn modelId="{50B2B739-9F2E-4F4C-9279-94A79B88CF60}" type="presParOf" srcId="{1303E3BB-A8BC-4AF4-AFA4-84364347135C}" destId="{8B2726F3-9F98-41A7-AFF5-5DE4D9932BE8}" srcOrd="2" destOrd="0" presId="urn:microsoft.com/office/officeart/2018/2/layout/IconVerticalSolidList"/>
    <dgm:cxn modelId="{2D07E014-8906-4653-939B-C1D7587060D6}" type="presParOf" srcId="{1303E3BB-A8BC-4AF4-AFA4-84364347135C}" destId="{FFF58238-A1FE-4BBF-867C-5E4F5D61F47E}" srcOrd="3" destOrd="0" presId="urn:microsoft.com/office/officeart/2018/2/layout/IconVerticalSolidList"/>
    <dgm:cxn modelId="{6FB59E85-2152-42A1-B288-3305E2FD8F96}" type="presParOf" srcId="{88532D1C-9414-4B08-90CB-4BC404169F58}" destId="{FFE61890-44AF-41B6-8690-0D40578E1C5D}" srcOrd="3" destOrd="0" presId="urn:microsoft.com/office/officeart/2018/2/layout/IconVerticalSolidList"/>
    <dgm:cxn modelId="{EAB0E2D8-8FAD-4C5B-AB05-800F655D37CE}" type="presParOf" srcId="{88532D1C-9414-4B08-90CB-4BC404169F58}" destId="{A7180DC2-9D93-437B-83FA-A89DDE9D1C88}" srcOrd="4" destOrd="0" presId="urn:microsoft.com/office/officeart/2018/2/layout/IconVerticalSolidList"/>
    <dgm:cxn modelId="{50D9BC2D-40F1-497E-B24B-0315B57D6294}" type="presParOf" srcId="{A7180DC2-9D93-437B-83FA-A89DDE9D1C88}" destId="{2490AF25-EDC9-4CEC-9008-0243CE65B420}" srcOrd="0" destOrd="0" presId="urn:microsoft.com/office/officeart/2018/2/layout/IconVerticalSolidList"/>
    <dgm:cxn modelId="{06DACBF2-FDD4-401D-964A-6FE0E5D80DCE}" type="presParOf" srcId="{A7180DC2-9D93-437B-83FA-A89DDE9D1C88}" destId="{139DC5FF-6280-4537-8E7F-427B403066C0}" srcOrd="1" destOrd="0" presId="urn:microsoft.com/office/officeart/2018/2/layout/IconVerticalSolidList"/>
    <dgm:cxn modelId="{1C58912F-71F1-46C7-B616-14B91BCC74BD}" type="presParOf" srcId="{A7180DC2-9D93-437B-83FA-A89DDE9D1C88}" destId="{9369A081-2A24-4C4A-8F7A-3BE8CA050F46}" srcOrd="2" destOrd="0" presId="urn:microsoft.com/office/officeart/2018/2/layout/IconVerticalSolidList"/>
    <dgm:cxn modelId="{A21C0A0B-AD69-439A-9845-2BA0E1FF15A1}" type="presParOf" srcId="{A7180DC2-9D93-437B-83FA-A89DDE9D1C88}" destId="{9D5AF069-F7F6-472F-B250-F321F3A4E9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054FD-BEAD-9441-B915-7F1E1F772F6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C8128D-696C-C240-8986-9C10AFDF1E0C}">
      <dsp:nvSpPr>
        <dsp:cNvPr id="0" name=""/>
        <dsp:cNvSpPr/>
      </dsp:nvSpPr>
      <dsp:spPr>
        <a:xfrm>
          <a:off x="0" y="0"/>
          <a:ext cx="10515600" cy="560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Hans Halvorson</a:t>
          </a:r>
        </a:p>
      </dsp:txBody>
      <dsp:txXfrm>
        <a:off x="0" y="0"/>
        <a:ext cx="10515600" cy="560784"/>
      </dsp:txXfrm>
    </dsp:sp>
    <dsp:sp modelId="{99741CFC-34C4-0747-ACD2-D4586CA2BAB8}">
      <dsp:nvSpPr>
        <dsp:cNvPr id="0" name=""/>
        <dsp:cNvSpPr/>
      </dsp:nvSpPr>
      <dsp:spPr>
        <a:xfrm>
          <a:off x="0" y="560784"/>
          <a:ext cx="105156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691373-9F64-6146-A076-DC5D208E6E8A}">
      <dsp:nvSpPr>
        <dsp:cNvPr id="0" name=""/>
        <dsp:cNvSpPr/>
      </dsp:nvSpPr>
      <dsp:spPr>
        <a:xfrm>
          <a:off x="0" y="560784"/>
          <a:ext cx="10515600" cy="560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Quanzhi</a:t>
          </a:r>
          <a:r>
            <a:rPr lang="en-US" sz="2500" kern="1200" dirty="0"/>
            <a:t> Liang</a:t>
          </a:r>
        </a:p>
      </dsp:txBody>
      <dsp:txXfrm>
        <a:off x="0" y="560784"/>
        <a:ext cx="10515600" cy="560784"/>
      </dsp:txXfrm>
    </dsp:sp>
    <dsp:sp modelId="{2FB28FED-4737-AA4A-AF59-F0F845F426A3}">
      <dsp:nvSpPr>
        <dsp:cNvPr id="0" name=""/>
        <dsp:cNvSpPr/>
      </dsp:nvSpPr>
      <dsp:spPr>
        <a:xfrm>
          <a:off x="0" y="1121568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4E1578-EF80-B841-971F-EF5A799C0CAC}">
      <dsp:nvSpPr>
        <dsp:cNvPr id="0" name=""/>
        <dsp:cNvSpPr/>
      </dsp:nvSpPr>
      <dsp:spPr>
        <a:xfrm>
          <a:off x="0" y="1121568"/>
          <a:ext cx="10515600" cy="560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Ludovica Medaglia</a:t>
          </a:r>
        </a:p>
      </dsp:txBody>
      <dsp:txXfrm>
        <a:off x="0" y="1121568"/>
        <a:ext cx="10515600" cy="560784"/>
      </dsp:txXfrm>
    </dsp:sp>
    <dsp:sp modelId="{14E28D9B-02F0-BF49-BEDD-7B41E884BAE3}">
      <dsp:nvSpPr>
        <dsp:cNvPr id="0" name=""/>
        <dsp:cNvSpPr/>
      </dsp:nvSpPr>
      <dsp:spPr>
        <a:xfrm>
          <a:off x="0" y="1682353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4F6AA8-D691-EC4F-AC11-6AC8F77514B5}">
      <dsp:nvSpPr>
        <dsp:cNvPr id="0" name=""/>
        <dsp:cNvSpPr/>
      </dsp:nvSpPr>
      <dsp:spPr>
        <a:xfrm>
          <a:off x="0" y="1682353"/>
          <a:ext cx="10515600" cy="560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Pacy Yan</a:t>
          </a:r>
        </a:p>
      </dsp:txBody>
      <dsp:txXfrm>
        <a:off x="0" y="1682353"/>
        <a:ext cx="10515600" cy="560784"/>
      </dsp:txXfrm>
    </dsp:sp>
    <dsp:sp modelId="{8C5D2D91-4903-8D41-B582-824A4701453A}">
      <dsp:nvSpPr>
        <dsp:cNvPr id="0" name=""/>
        <dsp:cNvSpPr/>
      </dsp:nvSpPr>
      <dsp:spPr>
        <a:xfrm>
          <a:off x="0" y="2243137"/>
          <a:ext cx="1051560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381281-F08C-C942-87A7-831000FC42C2}">
      <dsp:nvSpPr>
        <dsp:cNvPr id="0" name=""/>
        <dsp:cNvSpPr/>
      </dsp:nvSpPr>
      <dsp:spPr>
        <a:xfrm>
          <a:off x="0" y="2243137"/>
          <a:ext cx="10515600" cy="560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Chris Hughes</a:t>
          </a:r>
        </a:p>
      </dsp:txBody>
      <dsp:txXfrm>
        <a:off x="0" y="2243137"/>
        <a:ext cx="10515600" cy="560784"/>
      </dsp:txXfrm>
    </dsp:sp>
    <dsp:sp modelId="{E8F2339A-89FC-B241-8805-01086C4C60B8}">
      <dsp:nvSpPr>
        <dsp:cNvPr id="0" name=""/>
        <dsp:cNvSpPr/>
      </dsp:nvSpPr>
      <dsp:spPr>
        <a:xfrm>
          <a:off x="0" y="2803921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A50EF8-BD42-7B42-B1CE-E1D9C3ACCA37}">
      <dsp:nvSpPr>
        <dsp:cNvPr id="0" name=""/>
        <dsp:cNvSpPr/>
      </dsp:nvSpPr>
      <dsp:spPr>
        <a:xfrm>
          <a:off x="0" y="2803921"/>
          <a:ext cx="10515600" cy="560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Jacob Khawaja</a:t>
          </a:r>
        </a:p>
      </dsp:txBody>
      <dsp:txXfrm>
        <a:off x="0" y="2803921"/>
        <a:ext cx="10515600" cy="560784"/>
      </dsp:txXfrm>
    </dsp:sp>
    <dsp:sp modelId="{B7D25A80-43A4-C544-8647-198C2E1CEC4C}">
      <dsp:nvSpPr>
        <dsp:cNvPr id="0" name=""/>
        <dsp:cNvSpPr/>
      </dsp:nvSpPr>
      <dsp:spPr>
        <a:xfrm>
          <a:off x="0" y="3364706"/>
          <a:ext cx="105156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CE8F5F-1579-D34C-9071-D9B24FC4DBFC}">
      <dsp:nvSpPr>
        <dsp:cNvPr id="0" name=""/>
        <dsp:cNvSpPr/>
      </dsp:nvSpPr>
      <dsp:spPr>
        <a:xfrm>
          <a:off x="0" y="3364706"/>
          <a:ext cx="10515600" cy="560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Jaehyun</a:t>
          </a:r>
          <a:r>
            <a:rPr lang="en-US" sz="2500" kern="1200" dirty="0"/>
            <a:t> Hong</a:t>
          </a:r>
        </a:p>
      </dsp:txBody>
      <dsp:txXfrm>
        <a:off x="0" y="3364706"/>
        <a:ext cx="10515600" cy="560784"/>
      </dsp:txXfrm>
    </dsp:sp>
    <dsp:sp modelId="{DA4E52FD-310B-BB43-A415-35DB80630995}">
      <dsp:nvSpPr>
        <dsp:cNvPr id="0" name=""/>
        <dsp:cNvSpPr/>
      </dsp:nvSpPr>
      <dsp:spPr>
        <a:xfrm>
          <a:off x="0" y="3925490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A953BE-3A1A-C142-A052-3C6A2466FC1E}">
      <dsp:nvSpPr>
        <dsp:cNvPr id="0" name=""/>
        <dsp:cNvSpPr/>
      </dsp:nvSpPr>
      <dsp:spPr>
        <a:xfrm>
          <a:off x="0" y="3925490"/>
          <a:ext cx="10515600" cy="560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Junyan</a:t>
          </a:r>
          <a:r>
            <a:rPr lang="en-US" sz="2500" kern="1200" dirty="0"/>
            <a:t> Jiang</a:t>
          </a:r>
        </a:p>
      </dsp:txBody>
      <dsp:txXfrm>
        <a:off x="0" y="3925490"/>
        <a:ext cx="10515600" cy="560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4D8A6-1194-8A43-AD06-35E860F4354F}">
      <dsp:nvSpPr>
        <dsp:cNvPr id="0" name=""/>
        <dsp:cNvSpPr/>
      </dsp:nvSpPr>
      <dsp:spPr>
        <a:xfrm>
          <a:off x="4621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psets</a:t>
          </a:r>
          <a:endParaRPr lang="en-US" sz="3200" kern="1200" dirty="0"/>
        </a:p>
      </dsp:txBody>
      <dsp:txXfrm>
        <a:off x="40127" y="1605038"/>
        <a:ext cx="1949441" cy="1141260"/>
      </dsp:txXfrm>
    </dsp:sp>
    <dsp:sp modelId="{0DACC602-A34F-514F-AF69-337887E7A871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227119" y="2025346"/>
        <a:ext cx="299835" cy="300644"/>
      </dsp:txXfrm>
    </dsp:sp>
    <dsp:sp modelId="{4215045C-B9C9-3E4E-A5CB-D1FD44AF008D}">
      <dsp:nvSpPr>
        <dsp:cNvPr id="0" name=""/>
        <dsp:cNvSpPr/>
      </dsp:nvSpPr>
      <dsp:spPr>
        <a:xfrm>
          <a:off x="283325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midterm exam</a:t>
          </a:r>
        </a:p>
      </dsp:txBody>
      <dsp:txXfrm>
        <a:off x="2868761" y="1605038"/>
        <a:ext cx="1949441" cy="1141260"/>
      </dsp:txXfrm>
    </dsp:sp>
    <dsp:sp modelId="{AD69FB31-8070-4A4C-9212-EAE9ADF77E53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055754" y="2025346"/>
        <a:ext cx="299835" cy="300644"/>
      </dsp:txXfrm>
    </dsp:sp>
    <dsp:sp modelId="{A90332E6-BF4F-CA4A-91DA-44BD7A513B08}">
      <dsp:nvSpPr>
        <dsp:cNvPr id="0" name=""/>
        <dsp:cNvSpPr/>
      </dsp:nvSpPr>
      <dsp:spPr>
        <a:xfrm>
          <a:off x="5661890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psets</a:t>
          </a:r>
        </a:p>
      </dsp:txBody>
      <dsp:txXfrm>
        <a:off x="5697396" y="1605038"/>
        <a:ext cx="1949441" cy="1141260"/>
      </dsp:txXfrm>
    </dsp:sp>
    <dsp:sp modelId="{0F408BD9-7B15-2941-A02A-EB2A2D911F33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884389" y="2025346"/>
        <a:ext cx="299835" cy="300644"/>
      </dsp:txXfrm>
    </dsp:sp>
    <dsp:sp modelId="{213AA292-2C7F-5F4B-8A52-FD7FF0C0AC03}">
      <dsp:nvSpPr>
        <dsp:cNvPr id="0" name=""/>
        <dsp:cNvSpPr/>
      </dsp:nvSpPr>
      <dsp:spPr>
        <a:xfrm>
          <a:off x="849052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final exam</a:t>
          </a:r>
        </a:p>
      </dsp:txBody>
      <dsp:txXfrm>
        <a:off x="8526031" y="1605038"/>
        <a:ext cx="1949441" cy="11412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BBD21-BF8A-BC44-A77E-15A7B55D4E0F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read over </a:t>
          </a:r>
          <a:r>
            <a:rPr lang="en-US" sz="2500" kern="1200" dirty="0" err="1"/>
            <a:t>pset</a:t>
          </a:r>
          <a:endParaRPr lang="en-US" sz="2500" kern="1200" dirty="0"/>
        </a:p>
      </dsp:txBody>
      <dsp:txXfrm>
        <a:off x="33106" y="1726125"/>
        <a:ext cx="1535772" cy="899086"/>
      </dsp:txXfrm>
    </dsp:sp>
    <dsp:sp modelId="{BEC82B9C-5E38-714D-A35A-EB308A4D2946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756023" y="2057245"/>
        <a:ext cx="236210" cy="236847"/>
      </dsp:txXfrm>
    </dsp:sp>
    <dsp:sp modelId="{33103DFD-6117-8443-AB6F-85D06A2C8181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read textbook</a:t>
          </a:r>
        </a:p>
      </dsp:txBody>
      <dsp:txXfrm>
        <a:off x="2261510" y="1726125"/>
        <a:ext cx="1535772" cy="899086"/>
      </dsp:txXfrm>
    </dsp:sp>
    <dsp:sp modelId="{AD77F081-E2C7-F54F-8DE8-B8874B4BBF68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984426" y="2057245"/>
        <a:ext cx="236210" cy="236847"/>
      </dsp:txXfrm>
    </dsp:sp>
    <dsp:sp modelId="{EBE8B925-40B4-534B-923C-9C5D054E795A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lecture</a:t>
          </a:r>
        </a:p>
      </dsp:txBody>
      <dsp:txXfrm>
        <a:off x="4489913" y="1726125"/>
        <a:ext cx="1535772" cy="899086"/>
      </dsp:txXfrm>
    </dsp:sp>
    <dsp:sp modelId="{DA88B8F0-0BC5-E14B-900F-A401047A54C6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212830" y="2057245"/>
        <a:ext cx="236210" cy="236847"/>
      </dsp:txXfrm>
    </dsp:sp>
    <dsp:sp modelId="{6D4E698C-4D13-2942-9FE1-291E60EF87F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 dirty="0"/>
            <a:t>precept</a:t>
          </a:r>
          <a:endParaRPr lang="en-US" sz="2500" kern="1200" dirty="0"/>
        </a:p>
      </dsp:txBody>
      <dsp:txXfrm>
        <a:off x="6718317" y="1726125"/>
        <a:ext cx="1535772" cy="899086"/>
      </dsp:txXfrm>
    </dsp:sp>
    <dsp:sp modelId="{EDE75EB8-CCDB-5147-9273-6BE11318EE57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441233" y="2057245"/>
        <a:ext cx="236210" cy="236847"/>
      </dsp:txXfrm>
    </dsp:sp>
    <dsp:sp modelId="{BF903639-ADAA-BD4F-A8CD-4F86E5FE5275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complete </a:t>
          </a:r>
          <a:r>
            <a:rPr lang="en-US" sz="2500" kern="1200" dirty="0" err="1"/>
            <a:t>pset</a:t>
          </a:r>
          <a:endParaRPr lang="en-US" sz="2500" kern="1200" dirty="0"/>
        </a:p>
      </dsp:txBody>
      <dsp:txXfrm>
        <a:off x="8946720" y="1726125"/>
        <a:ext cx="1535772" cy="8990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DE013-0C53-46E6-9CEA-3E4B1BB2197B}">
      <dsp:nvSpPr>
        <dsp:cNvPr id="0" name=""/>
        <dsp:cNvSpPr/>
      </dsp:nvSpPr>
      <dsp:spPr>
        <a:xfrm>
          <a:off x="0" y="531"/>
          <a:ext cx="105156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8181D-0AF8-4E2F-A52C-92960134BC0F}">
      <dsp:nvSpPr>
        <dsp:cNvPr id="0" name=""/>
        <dsp:cNvSpPr/>
      </dsp:nvSpPr>
      <dsp:spPr>
        <a:xfrm>
          <a:off x="376092" y="280269"/>
          <a:ext cx="683804" cy="6838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9D785-579D-48CE-97E5-04C5215D800D}">
      <dsp:nvSpPr>
        <dsp:cNvPr id="0" name=""/>
        <dsp:cNvSpPr/>
      </dsp:nvSpPr>
      <dsp:spPr>
        <a:xfrm>
          <a:off x="1435988" y="531"/>
          <a:ext cx="90796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Get better at producing </a:t>
          </a:r>
          <a:r>
            <a:rPr lang="en-US" sz="2500" u="sng" kern="1200" dirty="0"/>
            <a:t>good</a:t>
          </a:r>
          <a:r>
            <a:rPr lang="en-US" sz="2500" kern="1200" dirty="0"/>
            <a:t> arguments</a:t>
          </a:r>
        </a:p>
      </dsp:txBody>
      <dsp:txXfrm>
        <a:off x="1435988" y="531"/>
        <a:ext cx="9079611" cy="1243280"/>
      </dsp:txXfrm>
    </dsp:sp>
    <dsp:sp modelId="{0BC6B0D0-C98D-42D4-A971-ECD0A6E11DA6}">
      <dsp:nvSpPr>
        <dsp:cNvPr id="0" name=""/>
        <dsp:cNvSpPr/>
      </dsp:nvSpPr>
      <dsp:spPr>
        <a:xfrm>
          <a:off x="0" y="1554631"/>
          <a:ext cx="105156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050A4-6147-43C4-ADFE-D23DA7252E2F}">
      <dsp:nvSpPr>
        <dsp:cNvPr id="0" name=""/>
        <dsp:cNvSpPr/>
      </dsp:nvSpPr>
      <dsp:spPr>
        <a:xfrm>
          <a:off x="376092" y="1834369"/>
          <a:ext cx="683804" cy="6838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58238-A1FE-4BBF-867C-5E4F5D61F47E}">
      <dsp:nvSpPr>
        <dsp:cNvPr id="0" name=""/>
        <dsp:cNvSpPr/>
      </dsp:nvSpPr>
      <dsp:spPr>
        <a:xfrm>
          <a:off x="1435988" y="1554631"/>
          <a:ext cx="90796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Get better at judging whether arguments are good</a:t>
          </a:r>
        </a:p>
      </dsp:txBody>
      <dsp:txXfrm>
        <a:off x="1435988" y="1554631"/>
        <a:ext cx="9079611" cy="1243280"/>
      </dsp:txXfrm>
    </dsp:sp>
    <dsp:sp modelId="{2490AF25-EDC9-4CEC-9008-0243CE65B420}">
      <dsp:nvSpPr>
        <dsp:cNvPr id="0" name=""/>
        <dsp:cNvSpPr/>
      </dsp:nvSpPr>
      <dsp:spPr>
        <a:xfrm>
          <a:off x="0" y="3108732"/>
          <a:ext cx="105156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9DC5FF-6280-4537-8E7F-427B403066C0}">
      <dsp:nvSpPr>
        <dsp:cNvPr id="0" name=""/>
        <dsp:cNvSpPr/>
      </dsp:nvSpPr>
      <dsp:spPr>
        <a:xfrm>
          <a:off x="376092" y="3388470"/>
          <a:ext cx="683804" cy="6838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AF069-F7F6-472F-B250-F321F3A4E9C4}">
      <dsp:nvSpPr>
        <dsp:cNvPr id="0" name=""/>
        <dsp:cNvSpPr/>
      </dsp:nvSpPr>
      <dsp:spPr>
        <a:xfrm>
          <a:off x="1435988" y="3108732"/>
          <a:ext cx="90796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Get better at convincing yourself (and others) that arguments are not good</a:t>
          </a:r>
        </a:p>
      </dsp:txBody>
      <dsp:txXfrm>
        <a:off x="1435988" y="3108732"/>
        <a:ext cx="9079611" cy="1243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4B714-CF80-7B4C-AFF4-ACEAFDFFACD8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3F97C-4D4B-E141-B597-D29F44511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6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0C67-BE1C-DE4F-90C0-BCF0A05B6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639A8A-E046-9244-A0CA-7028250A0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0D286-C296-6948-968B-BB0D0C05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92F3-485A-CE4F-A9F0-E5A9313B68A3}" type="datetime1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AE629-53EE-2040-B993-74222710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DB2A6-F28A-CF48-BD16-5C39E3B1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96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C2EF-CE03-D04B-B658-ED77CDE6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20D41-D68A-5444-A7D9-A2FE65CC5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5242B-E95D-3943-96C0-E2F6E365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E8E9-790E-A646-A5C2-05153F41B513}" type="datetime1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86013-8D89-584C-8523-5C2A4465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62EFD-999A-4E4D-9E7E-A38F0576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45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1E3B-5CCF-CC4D-8E20-D9196DFCD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18988-4FE5-1E4E-86E0-65327F1DB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B1CA3-6C37-7F45-993B-784DEAF0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FA20-5EBC-4F4F-8F42-4AD1F80C2E4F}" type="datetime1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D9CC2-13D1-AA48-98E4-0820032E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FB11B-E320-F444-9DBF-51147FBA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1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9C3B-3778-704E-A74C-4393B34A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D927C-33C7-2F48-A2EB-66720F078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3C894-04D7-1446-BCF9-A8C565469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67914-1DAC-6248-A1EE-5EE897FF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8CED-D33A-9949-A816-90AD287D1323}" type="datetime1">
              <a:rPr lang="en-US" smtClean="0"/>
              <a:t>9/6/25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682CB-4AB6-2641-B37B-A9440CB25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D48C6-E776-8244-BFB0-2EBB1861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D076-238F-BA46-9C2C-82C754615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7C582-0E1A-0943-BEE9-DC24E7B1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7D7F6-74B7-0248-BA7F-5BF349ECC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A4A99-1468-F848-9614-82D2A2E13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ED110-D96F-CB46-8E68-617699755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5CEF7-D5C1-EC46-9296-C06E5B282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1FA7-AD98-144B-9A34-9EDE7B14F2BB}" type="datetime1">
              <a:rPr lang="en-US" smtClean="0"/>
              <a:t>9/6/25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EB1F0-842B-6B47-8A22-8C2A058C0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5BDD78-6BD9-A74A-9912-3F215B23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5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4A66-F1C4-E041-8C8B-B1A8C0A49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444FA-CABD-CF4C-A9B7-F4F7F9A1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0208-F2AE-2045-8DB3-4EB4AB50D13D}" type="datetime1">
              <a:rPr lang="en-US" smtClean="0"/>
              <a:t>9/6/25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32539-F5FA-CB4B-83FB-DA6CC8E8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6F3D4F-6AC8-7840-AC91-C5D7A1BC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9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519CE9-E6AB-214D-B887-9070205F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5B4A6-87EC-4C41-BEA6-54FBB86C6458}" type="datetime1">
              <a:rPr lang="en-US" smtClean="0"/>
              <a:t>9/6/25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55FD94-27B7-F943-8055-674821C1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9DC64-BE25-8E4C-B76E-6776E320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0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A8EF-F7AE-0D49-9DAF-67092E1F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9AE33-493C-554B-BEFD-4F1999AF8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85F34-EF6A-974E-ADBA-52F12B798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A6F45-8A18-C640-BA12-3F3CFBD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B2DF-EDBC-184A-A888-EEF2C3258E6B}" type="datetime1">
              <a:rPr lang="en-US" smtClean="0"/>
              <a:t>9/6/25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C8B47-BEA3-0A4A-97C6-C1FE70336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FE933-B4AC-0849-9419-1D19C703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46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A1BA-13EA-F54A-A4E9-63E7F187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979C8-609A-BD42-896C-A64C69FAC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1379C-15B0-2D4D-A82F-39CE1FC70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AD512-07CE-D045-A62A-E66D4B146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844D-4811-B246-92BF-558D33913EA1}" type="datetime1">
              <a:rPr lang="en-US" smtClean="0"/>
              <a:t>9/6/25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0A875-0CD8-4943-9E95-B9E0401C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01C55-F2B1-5C4C-AC71-95F219D5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4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5A68-9051-D646-9B70-BD0556CF7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AA920-5A0E-9A4D-AD8A-C553EF564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80FB8-910E-D24C-BBFC-51C9EB8EB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904-101C-0547-A860-A61AFE451F9B}" type="datetime1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3D540-827F-D540-8287-B056431E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CA980-2967-214D-9E18-E7B02670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8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6AAB0-E268-5D45-92EF-37CC6C1FB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25DD2-9701-E649-A35D-997554C45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25128-5BBA-E943-9305-43C6F70F7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BA668-782F-EC4B-B3C0-66EC863A40C1}" type="datetime1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C74AB-30FF-2340-991F-71ACE80E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A194-DBD4-9F4A-8A23-B519EB10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6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B1C16-4ADA-F94C-BB28-143ABDAE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EE1D1-961C-F14C-83AF-07D094A57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40229-561D-2948-A7E2-2D651CEFC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3EE53-88E6-D548-99C0-AAB9CF78923C}" type="datetime1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72139-31CD-7F49-B4B0-D3A42C03A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F55C0-6003-4540-939F-AFA74F190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AB8F9-4337-4B4E-862E-D8C86A27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image" Target="../media/image3.png"/><Relationship Id="rId7" Type="http://schemas.openxmlformats.org/officeDocument/2006/relationships/slide" Target="slide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slide" Target="slide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ooden path through a grassy area&#10;&#10;Description automatically generated">
            <a:extLst>
              <a:ext uri="{FF2B5EF4-FFF2-40B4-BE49-F238E27FC236}">
                <a16:creationId xmlns:a16="http://schemas.microsoft.com/office/drawing/2014/main" id="{EE8C1AD7-1F99-4E52-B299-D6F5339C3C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44" r="23298" b="34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9D07E-52B2-0C4F-8DF6-1F4B154F8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Welcome to PHI 201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DB3DA0-0273-0249-B04E-21A1FE431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Introductory Logic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06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3FDF-0088-79E6-6E6D-E60DFDA2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Today’s Lecture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49E26-8D50-4009-BB43-2EC780C7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38A0B-2964-DEC1-741B-D91E7829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7" name="Summary Zoom 6">
                <a:extLst>
                  <a:ext uri="{FF2B5EF4-FFF2-40B4-BE49-F238E27FC236}">
                    <a16:creationId xmlns:a16="http://schemas.microsoft.com/office/drawing/2014/main" id="{43A5023E-34C4-CFC7-5B4D-1EBC029674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3435627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7374E8CF-CAD0-5949-B84D-ACF0035330B3}">
                    <psuz:zmPr id="{E42307D2-1AC2-5F4D-95C1-6DD89D362A4F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711460" y="152297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7EC0964-D8E2-B642-BFD0-9E057CD7798C}">
                    <psuz:zmPr id="{47B91389-20E0-DF44-994D-01C94D89D72A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23070" y="152297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0869F13-ABF8-1142-A4BD-3AD8ECE1F7ED}">
                    <psuz:zmPr id="{DF5B5A69-5E6A-E74E-AEEB-BC1F2E349169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711460" y="2240939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792684E-2031-B34F-BA45-35C8D6D06BA1}">
                    <psuz:zmPr id="{E6A3DFD8-1FE9-6B44-BA2A-A98FE3B65E8F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23070" y="2240939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7" name="Summary Zoom 6">
                <a:extLst>
                  <a:ext uri="{FF2B5EF4-FFF2-40B4-BE49-F238E27FC236}">
                    <a16:creationId xmlns:a16="http://schemas.microsoft.com/office/drawing/2014/main" id="{43A5023E-34C4-CFC7-5B4D-1EBC029674B6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825625"/>
                <a:ext cx="10515600" cy="4351338"/>
                <a:chOff x="838200" y="1825625"/>
                <a:chExt cx="10515600" cy="4351338"/>
              </a:xfrm>
            </p:grpSpPr>
            <p:pic>
              <p:nvPicPr>
                <p:cNvPr id="8" name="Picture 8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549660" y="1977922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Picture 9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61270" y="1977922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Picture 10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49660" y="4066564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Picture 11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61270" y="4066564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362569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80175-4558-70D4-6B5E-F79127C90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E30AB-7E59-E975-FD47-4AFBFD04B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2B397-5E28-37EB-0D81-CC74AD1FB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F8F8D-891C-B8E1-26A5-8795E2F0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9AB8F9-4337-4B4E-862E-D8C86A2751C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00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0A108F-8617-E8A2-80C0-4F7E2F9B5E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9A17FE-6063-AC40-A5B3-748D7A0F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Instructors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0B557-BDAB-F24C-853A-09A2F941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22A3C-16B2-954E-ACF1-1CDD52CA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D9AB8F9-4337-4B4E-862E-D8C86A2751C8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4D86EC-A80C-43F9-B06D-DD6F05285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242560"/>
              </p:ext>
            </p:extLst>
          </p:nvPr>
        </p:nvGraphicFramePr>
        <p:xfrm>
          <a:off x="838200" y="1690688"/>
          <a:ext cx="10515600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1739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2B138B4-6197-5447-9D4B-E3631FF14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/>
              <a:t>Course flow chart (semester)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AE03DB8-209A-2A4A-90B9-0EB92210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lecture 1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C9C733D-627D-7546-A0A4-11E3D8C7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D9AB8F9-4337-4B4E-862E-D8C86A2751C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399D136-3D4B-DA44-A662-6E64C9A77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1838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0573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F454-510B-0543-9BEA-9CAD06FA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 – In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31CBD-F619-5944-BC48-D277D9DE8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680"/>
            <a:ext cx="10515600" cy="46732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Midterm </a:t>
            </a:r>
          </a:p>
          <a:p>
            <a:pPr marL="0" indent="0">
              <a:buNone/>
            </a:pPr>
            <a:r>
              <a:rPr lang="en-US" dirty="0"/>
              <a:t>	80 minutes</a:t>
            </a:r>
          </a:p>
          <a:p>
            <a:pPr marL="457200" lvl="1" indent="0">
              <a:buNone/>
            </a:pPr>
            <a:r>
              <a:rPr lang="en-US" sz="2800" dirty="0"/>
              <a:t>	Propositional logic translation, proofs, truth tables</a:t>
            </a:r>
          </a:p>
          <a:p>
            <a:pPr marL="0" indent="0">
              <a:buNone/>
            </a:pPr>
            <a:r>
              <a:rPr lang="en-US" sz="3200" b="1" dirty="0"/>
              <a:t>Final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800" dirty="0"/>
              <a:t>2 hours</a:t>
            </a:r>
          </a:p>
          <a:p>
            <a:pPr marL="457200" lvl="1" indent="0">
              <a:buNone/>
            </a:pPr>
            <a:r>
              <a:rPr lang="en-US" sz="2800" dirty="0"/>
              <a:t>	Cumulative</a:t>
            </a:r>
          </a:p>
          <a:p>
            <a:pPr marL="457200" lvl="1" indent="0">
              <a:buNone/>
            </a:pPr>
            <a:r>
              <a:rPr lang="en-US" sz="2800" dirty="0"/>
              <a:t>	Predicate logic translation, proofs, structures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course is more like a language course than a history course: focus on learning a skill, not on storing information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F4F1AF-72E4-384F-8C03-F56D31C1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CA6BE-7AF2-C242-A6BB-9E67A1EB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6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61FB0-3553-1B4C-BC4F-5E603BEC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r>
              <a:rPr lang="en-US" sz="5200" dirty="0"/>
              <a:t>Course flow chart (weekly)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B39D6-301F-F640-87A1-CFE93A978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27E19-0C30-3444-AC1F-C7C4D3FF0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D9AB8F9-4337-4B4E-862E-D8C86A2751C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AF3BC4-ED14-0646-9F44-659FC91BD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6426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464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E650-D37A-0348-9D75-B25B5711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DEF9E-CA19-2442-B608-FF3F132DF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Encouraged to work together with other students</a:t>
            </a:r>
          </a:p>
          <a:p>
            <a:pPr lvl="1"/>
            <a:r>
              <a:rPr lang="en-US" sz="2800" dirty="0"/>
              <a:t>Don’t copy something if you don’t understand it</a:t>
            </a:r>
          </a:p>
          <a:p>
            <a:r>
              <a:rPr lang="en-US" sz="3200" dirty="0"/>
              <a:t>If you rely on AI for </a:t>
            </a:r>
            <a:r>
              <a:rPr lang="en-US" sz="3200" dirty="0" err="1"/>
              <a:t>psets</a:t>
            </a:r>
            <a:r>
              <a:rPr lang="en-US" sz="3200" dirty="0"/>
              <a:t>, then you will flounder on the exams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00B60-663A-CF4A-BF7B-14B04FF6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7CD47-2FC9-C940-AE5E-7E67BB38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04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9C0F-661C-A14A-9168-D6E12846C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Icon&#10;&#10;Description automatically generated with medium confidence">
            <a:extLst>
              <a:ext uri="{FF2B5EF4-FFF2-40B4-BE49-F238E27FC236}">
                <a16:creationId xmlns:a16="http://schemas.microsoft.com/office/drawing/2014/main" id="{A7E8E2DC-940A-1148-895B-6DF05A7D2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1430" y="655828"/>
            <a:ext cx="3589140" cy="5546344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71132-262B-B94F-901C-A925B0B2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E74C5-94AC-654D-B118-69CA192C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89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4A0BA-04C7-CC2C-0F0D-7CA44B9C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Symbolic Logic?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76121-0C87-0FA4-3EF6-7E50DEC9D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CBDD5-77E3-0D32-A160-CA78300F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7BE0AF-D49D-81DB-4969-4E994724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9AB8F9-4337-4B4E-862E-D8C86A2751C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035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E9B180-C95C-424C-B603-513291B3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956188-2A91-A04E-AB70-F939E2FAA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Arguments occur in every academic discipline, and in every profession that requires active thinking</a:t>
            </a:r>
          </a:p>
          <a:p>
            <a:r>
              <a:rPr lang="en-US" dirty="0"/>
              <a:t>An argument occurs whenever somebody tries to show that one claim (the </a:t>
            </a:r>
            <a:r>
              <a:rPr lang="en-US" b="1" dirty="0">
                <a:solidFill>
                  <a:srgbClr val="0070C0"/>
                </a:solidFill>
              </a:rPr>
              <a:t>conclusion</a:t>
            </a:r>
            <a:r>
              <a:rPr lang="en-US" dirty="0"/>
              <a:t>) follows logically from some other claims (the </a:t>
            </a:r>
            <a:r>
              <a:rPr lang="en-US" b="1" dirty="0">
                <a:solidFill>
                  <a:srgbClr val="0070C0"/>
                </a:solidFill>
              </a:rPr>
              <a:t>premises</a:t>
            </a:r>
            <a:r>
              <a:rPr lang="en-US" dirty="0"/>
              <a:t>)</a:t>
            </a:r>
          </a:p>
          <a:p>
            <a:r>
              <a:rPr lang="en-US" dirty="0"/>
              <a:t>The conclusion and premises are </a:t>
            </a:r>
            <a:r>
              <a:rPr lang="en-US" b="1" dirty="0">
                <a:solidFill>
                  <a:srgbClr val="0070C0"/>
                </a:solidFill>
              </a:rPr>
              <a:t>statements</a:t>
            </a:r>
            <a:r>
              <a:rPr lang="en-US" dirty="0"/>
              <a:t>: declarative sentences that are either true or false.</a:t>
            </a:r>
          </a:p>
          <a:p>
            <a:pPr lvl="1"/>
            <a:r>
              <a:rPr lang="en-US" dirty="0"/>
              <a:t>Statement</a:t>
            </a:r>
          </a:p>
          <a:p>
            <a:pPr lvl="1"/>
            <a:r>
              <a:rPr lang="en-US" dirty="0"/>
              <a:t>Proposition</a:t>
            </a:r>
          </a:p>
          <a:p>
            <a:pPr lvl="1"/>
            <a:r>
              <a:rPr lang="en-US" dirty="0"/>
              <a:t>Assertion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AE217-88AF-4B45-A134-B059BA7B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6CB03-BCA1-3342-9E82-8F403036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596D-985D-8B42-A666-D94B8F0780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1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4B346-5C74-E042-BB33-3BF44FFA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Three goals of this course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40F1C-4E18-EE4C-95BF-CDF44494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7C2B8-0530-654A-996B-516A67DE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5A596D-985D-8B42-A666-D94B8F078087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5E74FF-DD79-4F1F-AA63-BAB54C1FF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409803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4689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6E10C-C1AC-5942-A95E-7A58830F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“good” argument?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BA8B9-084D-EA4F-995E-D85E3A116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Subjective: ”seems convincing to me”</a:t>
            </a:r>
          </a:p>
          <a:p>
            <a:r>
              <a:rPr lang="en-US" sz="3200" dirty="0"/>
              <a:t>Objective: an argument that is strong in an objective sense</a:t>
            </a:r>
          </a:p>
          <a:p>
            <a:pPr lvl="1"/>
            <a:r>
              <a:rPr lang="en-US" sz="2800" dirty="0"/>
              <a:t>Abductive argument: premises are intended to give some support for the conclusion</a:t>
            </a:r>
          </a:p>
          <a:p>
            <a:pPr lvl="1"/>
            <a:r>
              <a:rPr lang="en-US" sz="2800" dirty="0"/>
              <a:t>Deductive argument: premises are intended to </a:t>
            </a:r>
            <a:r>
              <a:rPr lang="en-US" sz="2800" u="sng" dirty="0"/>
              <a:t>prove</a:t>
            </a:r>
            <a:r>
              <a:rPr lang="en-US" sz="2800" dirty="0"/>
              <a:t> (entail, imply) the conclusion</a:t>
            </a:r>
          </a:p>
          <a:p>
            <a:pPr lvl="2"/>
            <a:r>
              <a:rPr lang="en-US" sz="2400" dirty="0"/>
              <a:t>A flawless deductive argument is said to be </a:t>
            </a:r>
            <a:r>
              <a:rPr lang="en-US" sz="2400" b="1" dirty="0">
                <a:solidFill>
                  <a:schemeClr val="accent1"/>
                </a:solidFill>
              </a:rPr>
              <a:t>sound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BA731F-95F7-CE48-92DE-B448F66E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D9777-15CF-0E4B-B72E-E4A27565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596D-985D-8B42-A666-D94B8F0780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5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D039-FDF6-3B4F-B219-07ECB309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sound argument?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35EFA-D76F-7D44-8BEA-F20D5C1C5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To say that an argument is </a:t>
            </a:r>
            <a:r>
              <a:rPr lang="en-US" sz="3200" b="1" dirty="0">
                <a:solidFill>
                  <a:srgbClr val="0070C0"/>
                </a:solidFill>
              </a:rPr>
              <a:t>sound</a:t>
            </a:r>
            <a:r>
              <a:rPr lang="en-US" sz="3200" b="1" dirty="0"/>
              <a:t> </a:t>
            </a:r>
            <a:r>
              <a:rPr lang="en-US" sz="3200" dirty="0"/>
              <a:t>means: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Its premises are true.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The truth of its premises establish the truth of its conclusion.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8BEF3-D968-7B4E-A426-BB4632330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840F6-67D5-EA43-B28D-01B7B898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596D-985D-8B42-A666-D94B8F07808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89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8D62-F345-6C4A-B15D-8704D4D5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argument’s </a:t>
            </a:r>
            <a:r>
              <a:rPr lang="en-US" b="1" dirty="0">
                <a:solidFill>
                  <a:srgbClr val="0070C0"/>
                </a:solidFill>
              </a:rPr>
              <a:t>form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871FB-9E1C-034F-AC6E-692CBA4DF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US" dirty="0"/>
              <a:t>All people are mortal.</a:t>
            </a:r>
            <a:br>
              <a:rPr lang="en-US" dirty="0"/>
            </a:br>
            <a:r>
              <a:rPr lang="en-US" dirty="0"/>
              <a:t>Beyoncé is a person.</a:t>
            </a:r>
            <a:br>
              <a:rPr lang="en-US" dirty="0"/>
            </a:br>
            <a:r>
              <a:rPr lang="en-US" dirty="0"/>
              <a:t>Therefore, Beyoncé is mortal.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Princeton alumni are rich.</a:t>
            </a:r>
            <a:br>
              <a:rPr lang="en-US" dirty="0"/>
            </a:br>
            <a:r>
              <a:rPr lang="en-US" dirty="0"/>
              <a:t>Bezos is a Princeton alumnus.</a:t>
            </a:r>
            <a:br>
              <a:rPr lang="en-US" dirty="0"/>
            </a:br>
            <a:r>
              <a:rPr lang="en-US" dirty="0"/>
              <a:t>Therefore, Bezos is rich.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5A912-F05E-1449-953C-1550C98D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3056D-EEB8-DE43-BBB5-C7C72BE2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596D-985D-8B42-A666-D94B8F07808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52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57D9-5731-9649-B478-5A7DB1DF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B8DB-419E-3143-85D3-C5B9C3E67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US" dirty="0"/>
              <a:t>All whales are mammals.</a:t>
            </a:r>
            <a:br>
              <a:rPr lang="en-US" dirty="0"/>
            </a:br>
            <a:r>
              <a:rPr lang="en-US" dirty="0"/>
              <a:t>Every mammal has a heart.</a:t>
            </a:r>
            <a:br>
              <a:rPr lang="en-US" dirty="0"/>
            </a:br>
            <a:r>
              <a:rPr lang="en-US" dirty="0"/>
              <a:t>Every whale has a heart.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lizards are mammals.</a:t>
            </a:r>
            <a:br>
              <a:rPr lang="en-US" dirty="0"/>
            </a:br>
            <a:r>
              <a:rPr lang="en-US" dirty="0"/>
              <a:t>Every mammal has a heart.</a:t>
            </a:r>
            <a:br>
              <a:rPr lang="en-US" dirty="0"/>
            </a:br>
            <a:r>
              <a:rPr lang="en-US" dirty="0"/>
              <a:t>Every lizard has a heart.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627D1-E75E-654C-9779-7A3DB9A7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DB06F-EA5B-D548-AEDF-7CFC6C34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596D-985D-8B42-A666-D94B8F07808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2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F969-2642-BE45-9180-A844514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C13B2-D826-6146-AC73-960997BB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Some philosophy concentrators are in this class.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Some people in this class are female.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Therefore, some philosophy concentrators are female.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Some philosophy concentrators are in this class.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Some people in this class are physics concentrators.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Therefore, some philosophy concentrators are physics concentrators.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31BFE-271E-B744-90BA-ABE514F8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53410-14B0-C746-9CC5-FCCDEEC3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596D-985D-8B42-A666-D94B8F07808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76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806E-4F8B-AB42-B679-EEA208AD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</a:t>
            </a:r>
            <a:r>
              <a:rPr lang="en-US" b="1" dirty="0">
                <a:solidFill>
                  <a:srgbClr val="0070C0"/>
                </a:solidFill>
              </a:rPr>
              <a:t>valid</a:t>
            </a:r>
            <a:r>
              <a:rPr lang="en-US" dirty="0"/>
              <a:t> argument forms?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9DCB3-FE05-7945-B5D4-E551FD93F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Top down: define valid argument form</a:t>
            </a:r>
          </a:p>
          <a:p>
            <a:r>
              <a:rPr lang="en-US" sz="3200" dirty="0"/>
              <a:t>Bottom up: sort arguments into good and bad, then try to figure out what is common to the good ones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50F91-84CA-6941-AAA4-25D26C73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9B709-7B6D-5244-8E53-CACC2AC3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596D-985D-8B42-A666-D94B8F07808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93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63C8-FF4C-2B41-84E6-305187F0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01B1D-88E2-8D47-BA4F-5411F63AC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Identify propositional form of English sentences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Identify some basic valid propositional forms (e.g. modus ponens)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Learn how to chain valid forms together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091F1F-9428-2B46-A79E-1E13C033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A3F5C-04AF-3E4E-80FC-72FAF2E9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596D-985D-8B42-A666-D94B8F07808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5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20B0F1D-23C5-877A-13CC-27F646310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Propositional Logic Symbolization</a:t>
            </a:r>
            <a:endParaRPr 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A167-FD8B-91EE-9D0E-1EE5CB509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1DEE4-A15E-236E-A82E-8AB21459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25088-9EA8-439E-005E-8671A8C9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9AB8F9-4337-4B4E-862E-D8C86A2751C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466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8429-4B47-F8F1-5D7A-04414EC89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2BDC2-2D84-6083-6BBB-C665EA2E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Every sentence has a unique propositional structure: it is built out of logically simple (</a:t>
            </a:r>
            <a:r>
              <a:rPr lang="en-US" sz="3200" dirty="0">
                <a:solidFill>
                  <a:srgbClr val="2560A7"/>
                </a:solidFill>
                <a:effectLst/>
              </a:rPr>
              <a:t>atomic</a:t>
            </a:r>
            <a:r>
              <a:rPr lang="en-US" sz="3200" dirty="0">
                <a:solidFill>
                  <a:srgbClr val="000000"/>
                </a:solidFill>
                <a:effectLst/>
              </a:rPr>
              <a:t>) sentences, using </a:t>
            </a:r>
            <a:r>
              <a:rPr lang="en-US" sz="3200" dirty="0">
                <a:solidFill>
                  <a:srgbClr val="2560A7"/>
                </a:solidFill>
                <a:effectLst/>
              </a:rPr>
              <a:t>propositional connectives </a:t>
            </a:r>
            <a:r>
              <a:rPr lang="en-US" sz="3200" dirty="0">
                <a:solidFill>
                  <a:srgbClr val="000000"/>
                </a:solidFill>
                <a:effectLst/>
              </a:rPr>
              <a:t>(such as “...and...” and “...or...”).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9992B-C8F5-9D6E-CDBC-1F8449CB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DD8E1-90ED-D61D-BA8D-EBF2BF75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24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3BE3-879C-5E3B-42BF-3275D4C2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Conjunction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96D9-3CF8-8811-7AC5-CCC8B6C4E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Roses are red and violets are blue.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80E43-DCD7-FC8E-B11E-76E86349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70F0F-0644-72B2-2916-E1D51812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81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D6DA-A2B2-B712-0EF9-FE3C56D8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A8306-D8BF-FD10-9C1E-B9BF5B34C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There are infinitely many prime numbers.</a:t>
            </a: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000000"/>
                </a:solidFill>
                <a:effectLst/>
              </a:rPr>
              <a:t>A sentence is atomic if it contains no connectives – equivalently, contains no proper sub-sentences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000000"/>
                </a:solidFill>
                <a:effectLst/>
              </a:rPr>
              <a:t>We will symbolize an atomic sentence with a single letter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D6A28-B679-F702-5BB9-1EC1AB84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353FB-E603-B581-5AF9-5F5215DEF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19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0491E-610B-97D3-B74D-E4332335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F18B9-3CAF-8CF0-83CF-4586A6654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Roses are not blue.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It is not the case that (roses are blue). 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It is not the case that B.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E35C-D320-5558-1DC8-C0B92A7B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AD9A7-F8DA-9710-FAF2-D062A09B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53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4A84-5C38-1E58-B7FF-755D7762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negation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ED44C-1FA8-396A-268F-43E35D701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Roses are red and violets are not green. 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R and not-G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7CBEC-57AF-5C5D-CA7D-41BF8541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DE327-77A7-A6F2-BC52-39784F14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B68A-BF14-8E85-946B-38F09383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EC6B0-00DE-FFAB-6E1E-46535544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24"/>
            <a:ext cx="10515600" cy="5225415"/>
          </a:xfrm>
        </p:spPr>
        <p:txBody>
          <a:bodyPr/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It is not the case that roses are red and violets are green. </a:t>
            </a: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It is not the case that (roses are red and violets are green)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62C9C-127A-AEDE-1172-4DB0C095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8294-1FB3-5D8D-2CAC-E0159992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32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C39A-73EA-C733-79B4-184D279B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Disjunction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9615-349C-ECAC-EA85-69FDC83E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Either roses are red or violets are blue </a:t>
            </a: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Either R or B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7F6D3-02C1-0297-A7EE-2D4F0E3D6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520D5-D692-AAB1-BB0B-782FF720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16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A40F-E1B9-8614-80A3-DD59BA0E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D3A40-548F-760C-E7F4-F73B4D135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Either roses are red or both violets are blue and emeralds are green. </a:t>
            </a: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Either roses are red or (violets are blue and emeralds are green)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CC733-70CC-9722-1F82-ADDE34595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208B3-9A2E-436D-3A94-E8C97D29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87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84DC-D69C-E608-D6A7-51197153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(if … then 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9D1A7-E958-4B66-F54C-72E6E9D8C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If Biden wins PA then Biden wins the election </a:t>
            </a: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If P then 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76BBD-DE98-2921-7D80-C50110F6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5055B-B9FB-245C-1157-297B9019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21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33843-D3FD-29FC-821D-7E6D9115E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52462-2DEE-9CD8-FCAA-859ABB3F3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920"/>
            <a:ext cx="10515600" cy="5547043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If Biden lost the election then he lost both Pa and Ga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E07B7-31D8-6E40-59D4-B850F85AC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D9D45-2618-C9B8-83D4-441BD436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44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80DF-1787-098C-4139-ACD691B1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Peculiar constructions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DFC4F-DC1E-EA98-A5F7-F5523891F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Neither P nor Q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EFD34-1E0B-19A4-547D-ACD416C0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A91FE-91A1-0EE1-C0A3-865BD10E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65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1BF2-5637-9F20-BF1E-A303AAC63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Peculiar constructions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31A9-013A-9D83-EB34-900349171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Not both P and Q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ACC67-D0BB-EEB0-4BB8-0F3102CB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4AC3F-6FF7-503C-0CF0-9F77D22C9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50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2E7E3-1D98-8E64-35DD-37DC6FD9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Peculiar constructions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3B415-69AE-19D5-6A85-0BEA4C2CC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P only if Q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A person can vote in the US election only if she is at least 18 years old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47508-C5E4-2E4F-FD5E-926DB6CE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081CC-3297-AFC4-3B03-D7966864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5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7460-F261-74FB-C0E6-24F90ADC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Peculiar constructions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6471A-D1F9-6028-1481-F96FF28F4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P unless Q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Trump will be nominated unless Haley pulls off an upset.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C622C-C173-C970-6FA2-1A47A786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15860-78BD-6F44-FC50-2C35454F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51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AF9E-7D2B-10AC-F1D2-BF05E081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5F80-15AD-E16A-F4B9-E5F0AC815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6880"/>
            <a:ext cx="10515600" cy="5740083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If Jones isn’t a crook, then neither is Smith.</a:t>
            </a:r>
          </a:p>
          <a:p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</a:endParaRPr>
          </a:p>
          <a:p>
            <a:endParaRPr lang="en-US" sz="320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I will graduate, provided I pass both logic and history.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B7C92-9470-F747-B50D-EB4AFB3C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025A6-A909-90B8-E7DA-B144E4B2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11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965B-1166-B989-B88B-3546B558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A0874-1D6D-1984-F5F4-DD31986E0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I will SUCCEED only if I WORK hard and take RISKS.</a:t>
            </a: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JONES will win the championship unless she gets INJURED, in which case SMITH will win.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541F3-0386-CB63-23E8-C80444AAC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C7834-ADA8-DD8D-3740-B5DA7256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11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874B-D878-2677-887D-D5B10E0AF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A7D57-7FFE-062A-D44B-E1019C03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If you work hard only if you are threatened, then you will not succeed.</a:t>
            </a: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effectLst/>
              </a:rPr>
              <a:t>If you CONCENTRATE well only if you are ALERT, then provided that you are WISE you will not FLY an airplane unless you are SOBER.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7D26E-4CE5-0D2B-1670-997D4EEA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2DF0D-2793-2282-10DB-2D6F4AD20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160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E1A1-B021-C74E-552E-5D2980A4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EE5E4D-0E63-B112-C37F-862FCF22F4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3200" dirty="0">
                    <a:solidFill>
                      <a:srgbClr val="000000"/>
                    </a:solidFill>
                    <a:effectLst/>
                  </a:rPr>
                  <a:t>Propositional connectives</a:t>
                </a: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rgbClr val="000000"/>
                    </a:solidFill>
                  </a:rPr>
                  <a:t>   	</a:t>
                </a:r>
                <a:r>
                  <a:rPr lang="en-US" sz="3200" dirty="0">
                    <a:solidFill>
                      <a:srgbClr val="000000"/>
                    </a:solidFill>
                    <a:effectLst/>
                  </a:rPr>
                  <a:t>And		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3200" dirty="0">
                    <a:solidFill>
                      <a:srgbClr val="000000"/>
                    </a:solidFill>
                    <a:effectLst/>
                  </a:rPr>
                  <a:t>	    </a:t>
                </a: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rgbClr val="000000"/>
                    </a:solidFill>
                    <a:effectLst/>
                  </a:rPr>
                  <a:t>	Or		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lang="en-US" sz="3200" dirty="0">
                  <a:solidFill>
                    <a:srgbClr val="000000"/>
                  </a:solidFill>
                  <a:effectLst/>
                </a:endParaRP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rgbClr val="000000"/>
                    </a:solidFill>
                  </a:rPr>
                  <a:t>	</a:t>
                </a:r>
                <a:r>
                  <a:rPr lang="en-US" sz="3200" dirty="0">
                    <a:solidFill>
                      <a:srgbClr val="000000"/>
                    </a:solidFill>
                    <a:effectLst/>
                  </a:rPr>
                  <a:t>Not		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3200" dirty="0">
                    <a:solidFill>
                      <a:srgbClr val="000000"/>
                    </a:solidFill>
                    <a:effectLst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rgbClr val="000000"/>
                    </a:solidFill>
                    <a:effectLst/>
                  </a:rPr>
                  <a:t>	If...Then...	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US" sz="3200" dirty="0">
                  <a:solidFill>
                    <a:srgbClr val="000000"/>
                  </a:solidFill>
                  <a:effectLst/>
                </a:endParaRPr>
              </a:p>
              <a:p>
                <a:pPr marL="0" indent="0">
                  <a:buNone/>
                </a:pPr>
                <a:endParaRPr lang="en-US" sz="32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rgbClr val="000000"/>
                    </a:solidFill>
                    <a:effectLst/>
                  </a:rPr>
                  <a:t>Atomic sentences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EE5E4D-0E63-B112-C37F-862FCF22F4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A90C2-6A75-D93E-5F7E-23803DEA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4E24A-E60C-523F-F97F-68C5D9C5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9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BF19B8-D7FA-B596-8488-A55D72020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/>
              <a:t>Writing Proofs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B45C9-8214-05A4-7926-633C87C4D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endParaRPr lang="en-US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77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54AB-EEA3-76CB-E56A-242CEBA0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88ADA-D9A5-EE16-29A2-0A0034C37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1329"/>
            <a:ext cx="10515600" cy="5625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2560A7"/>
                </a:solidFill>
                <a:effectLst/>
                <a:latin typeface="+mj-lt"/>
              </a:rPr>
              <a:t>Goal: </a:t>
            </a:r>
            <a:r>
              <a:rPr lang="en-US" sz="4400" dirty="0">
                <a:solidFill>
                  <a:srgbClr val="000000"/>
                </a:solidFill>
                <a:effectLst/>
                <a:latin typeface="+mj-lt"/>
              </a:rPr>
              <a:t>be able to reproduce all and only valid argument forms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Examples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</a:rPr>
              <a:t>Should be able to prove 𝑃 ∨ ¬𝑃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</a:rPr>
              <a:t>Should not be able to prove 𝑃 ∧ ¬𝑃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Constructing validities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</a:rPr>
              <a:t>Atoms = one step basic arguments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</a:rPr>
              <a:t>Molecules = string arguments together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B85B0-3C4B-8D96-ABDA-77DF57F7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B93D4-600C-EE52-33FF-0A639194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59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52D5-7E1C-546B-D20E-FD3B0B9C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Philosophical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5089E-8D25-AC78-9769-BA7FF2D4F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0000"/>
                </a:solidFill>
                <a:effectLst/>
              </a:rPr>
              <a:t>Each valid inference is licensed by the meaning of some or other special </a:t>
            </a:r>
            <a:r>
              <a:rPr lang="en-US" sz="3200" dirty="0">
                <a:solidFill>
                  <a:srgbClr val="2560A7"/>
                </a:solidFill>
                <a:effectLst/>
              </a:rPr>
              <a:t>logical word</a:t>
            </a:r>
            <a:endParaRPr lang="en-US" sz="3200" dirty="0">
              <a:solidFill>
                <a:srgbClr val="000000"/>
              </a:solidFill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</a:rPr>
              <a:t>For each propositional connective, there will be an introduction rule and an elimination rule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2B774-39FB-60D1-A72B-06E6D949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B1A70-9E73-4BFE-014A-9869D673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742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0315E-5C5B-0E7C-4D37-526849A2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of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F75A5-F220-A45F-4C86-72F8B3F92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sz="3200" dirty="0">
                <a:solidFill>
                  <a:srgbClr val="000000"/>
                </a:solidFill>
                <a:effectLst/>
              </a:rPr>
              <a:t>Deducing: rule of assumptions, and-</a:t>
            </a:r>
            <a:r>
              <a:rPr lang="en-US" sz="3200" dirty="0" err="1">
                <a:solidFill>
                  <a:srgbClr val="000000"/>
                </a:solidFill>
                <a:effectLst/>
              </a:rPr>
              <a:t>elim</a:t>
            </a:r>
            <a:r>
              <a:rPr lang="en-US" sz="3200" dirty="0">
                <a:solidFill>
                  <a:srgbClr val="000000"/>
                </a:solidFill>
                <a:effectLst/>
              </a:rPr>
              <a:t>, and-intro, or-intro, if-</a:t>
            </a:r>
            <a:r>
              <a:rPr lang="en-US" sz="3200" dirty="0" err="1">
                <a:solidFill>
                  <a:srgbClr val="000000"/>
                </a:solidFill>
                <a:effectLst/>
              </a:rPr>
              <a:t>elim</a:t>
            </a:r>
            <a:r>
              <a:rPr lang="en-US" sz="3200" dirty="0">
                <a:solidFill>
                  <a:srgbClr val="000000"/>
                </a:solidFill>
                <a:effectLst/>
              </a:rPr>
              <a:t> (modus ponens), modus tollens, double negation intro and </a:t>
            </a:r>
            <a:r>
              <a:rPr lang="en-US" sz="3200" dirty="0" err="1">
                <a:solidFill>
                  <a:srgbClr val="000000"/>
                </a:solidFill>
                <a:effectLst/>
              </a:rPr>
              <a:t>elim</a:t>
            </a:r>
            <a:endParaRPr lang="en-US" sz="3200" dirty="0">
              <a:solidFill>
                <a:srgbClr val="000000"/>
              </a:solidFill>
            </a:endParaRP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rgbClr val="000000"/>
                </a:solidFill>
                <a:effectLst/>
              </a:rPr>
              <a:t>Supposing: if-intro (conditional proof), or-</a:t>
            </a:r>
            <a:r>
              <a:rPr lang="en-US" sz="3200" dirty="0" err="1">
                <a:solidFill>
                  <a:srgbClr val="000000"/>
                </a:solidFill>
                <a:effectLst/>
              </a:rPr>
              <a:t>elim</a:t>
            </a:r>
            <a:r>
              <a:rPr lang="en-US" sz="3200" dirty="0">
                <a:solidFill>
                  <a:srgbClr val="000000"/>
                </a:solidFill>
                <a:effectLst/>
              </a:rPr>
              <a:t>, reductio ad absurdum</a:t>
            </a:r>
          </a:p>
          <a:p>
            <a:pPr marL="514350" indent="-514350">
              <a:buAutoNum type="arabicPeriod"/>
            </a:pP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E66826"/>
                </a:solidFill>
                <a:effectLst/>
              </a:rPr>
              <a:t>See page 231 of HLW for a summary of the inference rules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E04DA-3796-B9F5-A77D-5D79EA57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C1D89-CC5F-BE02-6703-84A725E1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620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9918-B864-E121-D9BD-BEB652D6C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 of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19775-24B9-C1B9-5206-F36112EB0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If we ask you to prove </a:t>
            </a:r>
            <a:r>
              <a:rPr lang="en-US" b="1" dirty="0">
                <a:solidFill>
                  <a:srgbClr val="000000"/>
                </a:solidFill>
                <a:effectLst/>
              </a:rPr>
              <a:t>conclusion</a:t>
            </a:r>
            <a:r>
              <a:rPr lang="en-US" dirty="0">
                <a:solidFill>
                  <a:srgbClr val="000000"/>
                </a:solidFill>
                <a:effectLst/>
              </a:rPr>
              <a:t> Y from </a:t>
            </a:r>
            <a:r>
              <a:rPr lang="en-US" b="1" dirty="0">
                <a:solidFill>
                  <a:srgbClr val="000000"/>
                </a:solidFill>
                <a:effectLst/>
              </a:rPr>
              <a:t>premises</a:t>
            </a:r>
            <a:r>
              <a:rPr lang="en-US" dirty="0">
                <a:solidFill>
                  <a:srgbClr val="000000"/>
                </a:solidFill>
                <a:effectLst/>
              </a:rPr>
              <a:t> X</a:t>
            </a:r>
            <a:r>
              <a:rPr lang="en-US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,...,</a:t>
            </a:r>
            <a:r>
              <a:rPr lang="en-US" dirty="0" err="1">
                <a:solidFill>
                  <a:srgbClr val="000000"/>
                </a:solidFill>
                <a:effectLst/>
              </a:rPr>
              <a:t>X</a:t>
            </a:r>
            <a:r>
              <a:rPr lang="en-US" baseline="-25000" dirty="0" err="1">
                <a:solidFill>
                  <a:srgbClr val="000000"/>
                </a:solidFill>
                <a:effectLst/>
              </a:rPr>
              <a:t>n</a:t>
            </a:r>
            <a:r>
              <a:rPr lang="en-US" dirty="0">
                <a:solidFill>
                  <a:srgbClr val="000000"/>
                </a:solidFill>
                <a:effectLst/>
              </a:rPr>
              <a:t>, then you should begin your proof with these assumed lines: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(1) X</a:t>
            </a:r>
            <a:r>
              <a:rPr lang="en-US" baseline="-25000" dirty="0">
                <a:solidFill>
                  <a:srgbClr val="000000"/>
                </a:solidFill>
                <a:effectLst/>
              </a:rPr>
              <a:t>1	</a:t>
            </a:r>
            <a:r>
              <a:rPr lang="en-US" dirty="0">
                <a:solidFill>
                  <a:srgbClr val="000000"/>
                </a:solidFill>
                <a:effectLst/>
              </a:rPr>
              <a:t>   	A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(2) X</a:t>
            </a:r>
            <a:r>
              <a:rPr lang="en-US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  		A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(n) </a:t>
            </a:r>
            <a:r>
              <a:rPr lang="en-US" dirty="0" err="1">
                <a:solidFill>
                  <a:srgbClr val="000000"/>
                </a:solidFill>
                <a:effectLst/>
              </a:rPr>
              <a:t>X</a:t>
            </a:r>
            <a:r>
              <a:rPr lang="en-US" baseline="-25000" dirty="0" err="1">
                <a:solidFill>
                  <a:srgbClr val="000000"/>
                </a:solidFill>
                <a:effectLst/>
              </a:rPr>
              <a:t>n</a:t>
            </a:r>
            <a:r>
              <a:rPr lang="en-US" dirty="0">
                <a:solidFill>
                  <a:srgbClr val="000000"/>
                </a:solidFill>
                <a:effectLst/>
              </a:rPr>
              <a:t>   	A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The “A” on the right indicates “Assumption”, and is the </a:t>
            </a:r>
            <a:r>
              <a:rPr lang="en-US" b="1" dirty="0">
                <a:solidFill>
                  <a:srgbClr val="000000"/>
                </a:solidFill>
                <a:effectLst/>
              </a:rPr>
              <a:t>justification </a:t>
            </a:r>
            <a:r>
              <a:rPr lang="en-US" dirty="0">
                <a:solidFill>
                  <a:srgbClr val="000000"/>
                </a:solidFill>
                <a:effectLst/>
              </a:rPr>
              <a:t>for the 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B70EF-E3D5-DC33-ACD0-11A3E63C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39BC1-8440-A9B9-6F40-5C46296C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825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225A-CF63-BA01-D050-EADE930C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and-elimination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11E14-3B9D-C8C2-6887-AF2E88C7D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9EE8A-9C41-3C01-7A40-6A2B21A9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A7067-082E-81C1-A20A-7FF58B8D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19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0C3D-69C5-8BA9-428B-8437A569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and-introduction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27BE6-484C-1923-1C62-AF8016349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19E8D-1473-BFE6-1B4E-EE669F91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70147-96A2-E1CC-795D-7CE0720E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33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B16EEE-BB04-BDA2-26CB-93E3E3FBCC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760"/>
                <a:ext cx="10515600" cy="58112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B16EEE-BB04-BDA2-26CB-93E3E3FBC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760"/>
                <a:ext cx="10515600" cy="5811203"/>
              </a:xfrm>
              <a:blipFill>
                <a:blip r:embed="rId2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56F51-326D-1E31-8173-A3A592A8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2100C-4B87-7FAD-456B-4BCE2855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90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3EF291-65E3-FA62-AFDD-2B8116CAE9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6080"/>
                <a:ext cx="10515600" cy="57908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To show: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3EF291-65E3-FA62-AFDD-2B8116CAE9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6080"/>
                <a:ext cx="10515600" cy="5790883"/>
              </a:xfrm>
              <a:blipFill>
                <a:blip r:embed="rId2"/>
                <a:stretch>
                  <a:fillRect l="-1568" t="-2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F5ECF-62A2-DB3E-6177-DDB9C282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27492-0275-1662-593D-8F9B3EED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724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E09480-29C4-9978-B557-1C8E0BC36D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6720"/>
                <a:ext cx="10515600" cy="57502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To show: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E09480-29C4-9978-B557-1C8E0BC36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6720"/>
                <a:ext cx="10515600" cy="5750243"/>
              </a:xfrm>
              <a:blipFill>
                <a:blip r:embed="rId2"/>
                <a:stretch>
                  <a:fillRect l="-1568" t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CCA0D-AF9D-FFF6-ADDE-25D1F6C3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45E37-B695-230C-99A7-A3F49737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211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6AD8-C225-4117-0BE5-9BCEE79D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or-introduction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6B5F7-3828-2E66-C26B-DE73170D6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2A374-F15A-6414-C316-235FFC63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ECBB6-67F5-A61B-31E0-BFDD0E493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552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513510-D56D-F673-E5D5-28FA3D0A28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79120"/>
                <a:ext cx="10515600" cy="55978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To show: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513510-D56D-F673-E5D5-28FA3D0A28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79120"/>
                <a:ext cx="10515600" cy="5597843"/>
              </a:xfrm>
              <a:blipFill>
                <a:blip r:embed="rId2"/>
                <a:stretch>
                  <a:fillRect l="-1568" t="-2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425F7C-0A29-6220-CE49-F7E745C98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835A4-F089-A9CA-040F-B7B0D39E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93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532D3B-2FFE-9792-E41C-FF28BFC91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77520"/>
                <a:ext cx="10515600" cy="56994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To show: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532D3B-2FFE-9792-E41C-FF28BFC91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77520"/>
                <a:ext cx="10515600" cy="5699443"/>
              </a:xfrm>
              <a:blipFill>
                <a:blip r:embed="rId2"/>
                <a:stretch>
                  <a:fillRect l="-1568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69FB1-5DDF-B794-B2BF-C40DD7CFC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310CE-E3D7-0EBF-1A92-C4441BC2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98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C99C15-4458-92AE-A61C-CA85E163C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36880"/>
                <a:ext cx="10515600" cy="57400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To show: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C99C15-4458-92AE-A61C-CA85E163C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36880"/>
                <a:ext cx="10515600" cy="5740083"/>
              </a:xfrm>
              <a:blipFill>
                <a:blip r:embed="rId2"/>
                <a:stretch>
                  <a:fillRect l="-1568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27375-52D0-50DF-8F77-37947A47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1DCCB-2898-4C1D-9159-47A4209D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213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2D12-6CBE-C957-B159-7F8B2FDF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Modus ponens (MP)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5C143-7EEE-9E14-BF6C-985998D08D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3520"/>
                <a:ext cx="10515600" cy="4683443"/>
              </a:xfrm>
            </p:spPr>
            <p:txBody>
              <a:bodyPr/>
              <a:lstStyle/>
              <a:p>
                <a:pPr marL="0" indent="0" algn="ctr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MP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To show: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5C143-7EEE-9E14-BF6C-985998D08D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3520"/>
                <a:ext cx="10515600" cy="4683443"/>
              </a:xfr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30BB3-5B6C-61CB-3E39-36B8D333C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9BBC4-7FE9-5014-5284-05774EA7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316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BAA1F4-8968-B539-2167-6FDC60F6A5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87680"/>
                <a:ext cx="10515600" cy="56892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To show: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BAA1F4-8968-B539-2167-6FDC60F6A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87680"/>
                <a:ext cx="10515600" cy="5689283"/>
              </a:xfrm>
              <a:blipFill>
                <a:blip r:embed="rId2"/>
                <a:stretch>
                  <a:fillRect l="-1568" t="-2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131CE-CCCD-CFAC-FA7B-6A01C3C6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59813-0670-A18F-6D5D-AD321BDA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834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D123D-11C5-85A6-1C9E-8340755C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Modus tollens (MT)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FB67E-8F23-58A0-107E-DD78D558DD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3360"/>
                <a:ext cx="10515600" cy="469360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MT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FB67E-8F23-58A0-107E-DD78D558DD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3360"/>
                <a:ext cx="10515600" cy="4693603"/>
              </a:xfrm>
              <a:blipFill>
                <a:blip r:embed="rId2"/>
                <a:stretch>
                  <a:fillRect t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C7F33-2F6D-F461-0405-1545F295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2032A-066C-0252-4E5F-C3E292B3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394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2CF971-F82B-453D-3D16-F0986E389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760"/>
                <a:ext cx="10515600" cy="58112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To show: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¬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⊢¬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2CF971-F82B-453D-3D16-F0986E389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760"/>
                <a:ext cx="10515600" cy="5811203"/>
              </a:xfrm>
              <a:blipFill>
                <a:blip r:embed="rId2"/>
                <a:stretch>
                  <a:fillRect l="-1568" t="-2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71781-7763-D0AB-5CB0-3F666CE7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44937-DE96-7335-A9CA-176CAC9B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927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FB33C-9566-29F4-4BF3-8498E12DD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negation (DN)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BC66D-57D3-5DFC-3ACC-84B66875D0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¬¬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b="0" dirty="0"/>
                  <a:t>  m DN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b="0" dirty="0"/>
                  <a:t>        m DN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BC66D-57D3-5DFC-3ACC-84B66875D0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17ED2-A4C3-C64D-AA0B-6FFB454FA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949B7-D78C-F0B4-F7A1-849DBC22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565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BC71FB-8084-055B-523E-C58CC36DF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58800"/>
                <a:ext cx="10515600" cy="5618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To show: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→¬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⊢¬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BC71FB-8084-055B-523E-C58CC36DF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58800"/>
                <a:ext cx="10515600" cy="5618163"/>
              </a:xfrm>
              <a:blipFill>
                <a:blip r:embed="rId2"/>
                <a:stretch>
                  <a:fillRect l="-1568" t="-2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560DE7-23CC-6E2E-D5C6-00938D2F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41232-843A-5128-FC37-B3A70F4CE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887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A01B35-2CA6-4829-0757-8BCE9303A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8640"/>
                <a:ext cx="10515600" cy="56283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To show: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⊢¬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A01B35-2CA6-4829-0757-8BCE9303A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8640"/>
                <a:ext cx="10515600" cy="5628323"/>
              </a:xfrm>
              <a:blipFill>
                <a:blip r:embed="rId2"/>
                <a:stretch>
                  <a:fillRect l="-1568" t="-2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19591-3789-B27A-9694-5AC5FA64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14C20-6E5C-F89A-16EC-00EC46E3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B8F9-4337-4B4E-862E-D8C86A2751C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8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11805</TotalTime>
  <Words>1500</Words>
  <Application>Microsoft Macintosh PowerPoint</Application>
  <PresentationFormat>Widescreen</PresentationFormat>
  <Paragraphs>348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Calibri Light</vt:lpstr>
      <vt:lpstr>Cambria Math</vt:lpstr>
      <vt:lpstr>Helvetica</vt:lpstr>
      <vt:lpstr>Office Theme</vt:lpstr>
      <vt:lpstr>Welcome to PHI 201</vt:lpstr>
      <vt:lpstr>Outline of Today’s Lecture</vt:lpstr>
      <vt:lpstr>Course Information</vt:lpstr>
      <vt:lpstr>Instructors</vt:lpstr>
      <vt:lpstr>Course flow chart (semester)</vt:lpstr>
      <vt:lpstr>Exams – In Class</vt:lpstr>
      <vt:lpstr>Course flow chart (weekly)</vt:lpstr>
      <vt:lpstr>Problem sets</vt:lpstr>
      <vt:lpstr>PowerPoint Presentation</vt:lpstr>
      <vt:lpstr>Why Symbolic Logic?</vt:lpstr>
      <vt:lpstr>Arguments</vt:lpstr>
      <vt:lpstr>Three goals of this course</vt:lpstr>
      <vt:lpstr>What is a “good” argument?</vt:lpstr>
      <vt:lpstr>What is a sound argument?</vt:lpstr>
      <vt:lpstr>What is an argument’s form?</vt:lpstr>
      <vt:lpstr>PowerPoint Presentation</vt:lpstr>
      <vt:lpstr>PowerPoint Presentation</vt:lpstr>
      <vt:lpstr>What are the valid argument forms?</vt:lpstr>
      <vt:lpstr>Preview</vt:lpstr>
      <vt:lpstr>Propositional Logic Symbolization</vt:lpstr>
      <vt:lpstr>Thesis</vt:lpstr>
      <vt:lpstr>Conjunction</vt:lpstr>
      <vt:lpstr>Atomic Sentences</vt:lpstr>
      <vt:lpstr>Negation</vt:lpstr>
      <vt:lpstr>Embedded negation</vt:lpstr>
      <vt:lpstr>PowerPoint Presentation</vt:lpstr>
      <vt:lpstr>Disjunction</vt:lpstr>
      <vt:lpstr>PowerPoint Presentation</vt:lpstr>
      <vt:lpstr>Conditional (if … then …)</vt:lpstr>
      <vt:lpstr>PowerPoint Presentation</vt:lpstr>
      <vt:lpstr>Peculiar constructions</vt:lpstr>
      <vt:lpstr>Peculiar constructions</vt:lpstr>
      <vt:lpstr>Peculiar constructions</vt:lpstr>
      <vt:lpstr>Peculiar constructions</vt:lpstr>
      <vt:lpstr>PowerPoint Presentation</vt:lpstr>
      <vt:lpstr>PowerPoint Presentation</vt:lpstr>
      <vt:lpstr>PowerPoint Presentation</vt:lpstr>
      <vt:lpstr>Summary</vt:lpstr>
      <vt:lpstr>Writing Proofs</vt:lpstr>
      <vt:lpstr>PowerPoint Presentation</vt:lpstr>
      <vt:lpstr>Philosophical idea</vt:lpstr>
      <vt:lpstr>Plan of action</vt:lpstr>
      <vt:lpstr>Rule of assumptions</vt:lpstr>
      <vt:lpstr>and-elimination</vt:lpstr>
      <vt:lpstr>and-introduction</vt:lpstr>
      <vt:lpstr>PowerPoint Presentation</vt:lpstr>
      <vt:lpstr>PowerPoint Presentation</vt:lpstr>
      <vt:lpstr>PowerPoint Presentation</vt:lpstr>
      <vt:lpstr>or-introduction</vt:lpstr>
      <vt:lpstr>PowerPoint Presentation</vt:lpstr>
      <vt:lpstr>PowerPoint Presentation</vt:lpstr>
      <vt:lpstr>PowerPoint Presentation</vt:lpstr>
      <vt:lpstr>Modus ponens (MP)</vt:lpstr>
      <vt:lpstr>PowerPoint Presentation</vt:lpstr>
      <vt:lpstr>Modus tollens (MT) </vt:lpstr>
      <vt:lpstr>PowerPoint Presentation</vt:lpstr>
      <vt:lpstr>Double negation (DN)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PHI 201</dc:title>
  <dc:creator>Hans P. Halvorson</dc:creator>
  <cp:lastModifiedBy>Hans P. Halvorson</cp:lastModifiedBy>
  <cp:revision>24</cp:revision>
  <dcterms:created xsi:type="dcterms:W3CDTF">2021-01-22T21:02:28Z</dcterms:created>
  <dcterms:modified xsi:type="dcterms:W3CDTF">2025-09-08T15:56:27Z</dcterms:modified>
</cp:coreProperties>
</file>